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667" autoAdjust="0"/>
  </p:normalViewPr>
  <p:slideViewPr>
    <p:cSldViewPr snapToGrid="0">
      <p:cViewPr>
        <p:scale>
          <a:sx n="60" d="100"/>
          <a:sy n="60" d="100"/>
        </p:scale>
        <p:origin x="1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0ABAA-046E-4B00-A47C-90C0052A330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7A3506-8486-4770-ACCA-A6E57102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0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F0B4-5A9D-32CA-873F-877BBB383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BBD44-821F-0A20-3787-552AD2E65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59E5A-27DA-D978-8CC6-B4A281F7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D67D-AE0B-49DE-8D84-BF3C8D41D6DF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011A8-B1B2-415B-AE0E-E896EF44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F61BB-63A6-3C28-0E42-4F03CAAE4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64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D8A3-D79D-55D2-F06F-8A2CA32B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429D0-1086-7CC2-AE0C-88202FBB1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7060E-5FD3-6F63-C3E9-8854FEBF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22435-B720-486C-88C9-71B5FA5222E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CC27A-0853-CBE9-B9F4-06C2C9DD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683BD-04B9-2D03-8345-027AD235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83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8C0B9-09BB-97B9-44F5-AF9392CF7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A9726-D993-6748-6AC0-787B40BA0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C2866-6ED6-FB85-EF58-23C4C268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BADFE-6185-408E-A0A1-2A2E7FB34522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83031-8F7F-98C0-85F1-F5111343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148D9-B2CD-4773-CA65-4A216B65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89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8E8D-E092-85FD-FEA8-0B82CB23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CD4BC-BF3B-DE80-7192-2254D6C54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03FD8-BC56-3D9D-8D99-F24FB8C22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15358-4555-ADCD-AB27-34C960F8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93A7A-C09C-4929-8593-D5ACDE48640F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DD80D-597C-2498-CCC0-15FA6721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2EF3E-8077-89F4-9C66-8F89A3BE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82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D371-EEF9-0964-B8E3-68247982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09EA8-E2E6-68DA-1C08-A7C418012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5ABC0-4F1B-9434-9AB2-4A6A23366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A10BFE-2DC1-809A-B0DA-AE2F04C284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7116E-18CC-E49E-9F3B-D5392420A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D26F0A-A7C0-D735-74EF-321DA884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C1F4-07B8-4444-81BE-1EFD6ED064ED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F5028-6519-2F2A-DBE7-0648C9AC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B8294-998F-AC10-1B1C-DF2C0F8D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8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CFF6-D7EA-217D-F434-B72FF29D1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46E81-46C6-37A4-F2C0-171C9842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206F7-85CA-4F64-8CB7-E5EF0F4C6099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0F3D7-3AEA-8F4A-D4D6-BDBAA9F5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83A7F-65F8-9A18-1968-5822B9FD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72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DEA26-2CFF-9BD9-C9EC-94A2EAC4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8C88-B398-4F7B-B557-125EEFB8AB67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A69A4-E384-6E81-87E7-A603FD84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A2AD6-1BFD-E854-4825-BFE22825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81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F9D9-2E4C-BF97-BDB1-CBA6B787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1599D-1A59-E1A8-2F26-91A5373FE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625AE-4673-C226-E61D-4B4C9CF56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5B2CF-D37F-5FE5-F4C0-F8198387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0B3A-426C-4525-8AC6-5C62146CE0C7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068B0-AEF7-E306-4B28-58E3164E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F3B48-9241-1599-8292-63C292FD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09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EF76-BDCC-1B0F-7C55-46E822D9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21A81-351E-C4FD-A163-C8F1BC867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4BAB3-8A5A-FC6D-EB6D-F3FF56128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41323-EFF1-EF9A-94D8-62842492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2856F-7B51-46EB-934F-24375C50BE23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FBEF0-47A5-59F6-0BA1-FDE1FFAD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3FDEF-E87F-8D94-9F5E-993A51EF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51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7F6C6-0648-6526-2D05-58E2BDC1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ED88D-5185-1B77-1C27-4516DBD49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3149E-3843-FDBD-2DE2-F39FFB92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A40A3-5DA4-463F-859C-7BD75257E95B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8CF0B-679F-F252-61F9-2A91CB88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8E8B5-A7AF-8124-1F31-0AAC0B0A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60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6B281-30A4-6EDD-1023-DCA12A61F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36805-E836-493E-964E-495D0AF3B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1783F-0156-B981-8465-F1F27B94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B31B-B27A-4B98-BB49-9BFD6A1DA1D1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1481C-DC84-C8DC-DF32-F3FEA22C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539EC-4855-23ED-9DB6-80155E95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46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059A1-8F3F-B7CB-0480-5DED0704D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F578E-8FD2-6878-07BF-338BF6F60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2E8DB-ABC4-857D-53DF-8794AEEDD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A19AE-C4C3-4400-B896-9A158A8096D9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D5A19-3E70-E55C-0166-6AE7D03AC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Apuot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B2A61-989B-2BA3-A44D-B1C7918BC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66008-EA94-49D5-AE0A-4237DA215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3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accessgovernment.org/article/exploring-entrepreneurial-ability-women-gender-gap/154725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xdailyrecord.com/news/2026/mar/19/top-entrepreneurs-shaping-northeast-florida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umup.com/en-gb/business-guide/becoming-an-entrepreneur/?gad_campaignid=21666455266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44400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limundograd.com/2013/01/vetar-u-jedra-najbolji-u-srbiji-2012-god-u-kategoriji-e-market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95219893@N08/51938140465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ercommons.org/courseware/lesson/72676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investment-p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leap.com/importance-spatial-factors-entrepreneurial-orientation-rural-entrepreneurs-critical-review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omen.theceo.in/blogs/women-entrepreneurs-recognition-amritsar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37730C-691B-B30A-7D2C-D39A85994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816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Dream Job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B1D8C-D695-9CFC-D7B1-A5D3F2356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84" y="3554271"/>
            <a:ext cx="4798032" cy="3072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7410EE-8B16-8ABE-77CF-911149244BF1}"/>
              </a:ext>
            </a:extLst>
          </p:cNvPr>
          <p:cNvSpPr txBox="1"/>
          <p:nvPr/>
        </p:nvSpPr>
        <p:spPr>
          <a:xfrm>
            <a:off x="3696984" y="6627168"/>
            <a:ext cx="47980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openaccessgovernment.org/article/exploring-entrepreneurial-ability-women-gender-gap/154725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/3.0/"/>
              </a:rPr>
              <a:t>CC BY</a:t>
            </a:r>
            <a:endParaRPr lang="en-US" sz="90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0579F75-4FE6-E48B-9C3A-451B2DB8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1CB9-2187-4159-A2C3-764E17D8A661}" type="datetime1">
              <a:rPr lang="en-US" smtClean="0"/>
              <a:t>3/23/2026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C92CDE4-8F11-2096-3AAA-F2BE6F6A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AB9DCD-1241-C4B9-C358-012FE9A7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6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D65D02-BADE-89FA-3608-4712F155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4A2F5-537E-9D33-3D71-331ED35F4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Entrepreneurs create, run, and grow businesses.</a:t>
            </a:r>
          </a:p>
          <a:p>
            <a:r>
              <a:rPr lang="en-US" dirty="0"/>
              <a:t>Their main job is to turn ideas into something useful that people  are will to pay for.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2EBFD9-469A-3E7B-8AF8-CF22F5D3D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87885" y="3429000"/>
            <a:ext cx="5528930" cy="2913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9FABA3-01D8-687B-4706-A281A166C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607728" y="3579000"/>
            <a:ext cx="2976544" cy="2913875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7FA75FC-CB33-7785-43D0-A5095739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9DC4-E32E-4360-B290-E64FEE784A52}" type="datetime1">
              <a:rPr lang="en-US" smtClean="0"/>
              <a:t>3/23/2026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4BB6239-E996-C936-8A1F-2A55D026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2B8DF07-6895-4659-2793-7E3AEFFF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21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878712-8FB6-EBA3-B195-A3F063AA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Entrepreneurs Actually Do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41B1A-05D4-65B4-46E6-63E30CC55A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Find Opportunities</a:t>
            </a:r>
          </a:p>
          <a:p>
            <a:pPr marL="0" indent="0">
              <a:buNone/>
            </a:pPr>
            <a:r>
              <a:rPr lang="en-US" dirty="0"/>
              <a:t>They look for problems in the society and find solutions.</a:t>
            </a:r>
          </a:p>
          <a:p>
            <a:r>
              <a:rPr lang="en-US" dirty="0"/>
              <a:t>Example , noticing people need affordable food ; starting a food business.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342FB1-DA47-25F2-97EB-03E74EA4F4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Start Businesses</a:t>
            </a:r>
          </a:p>
          <a:p>
            <a:pPr marL="0" indent="0">
              <a:buNone/>
            </a:pPr>
            <a:r>
              <a:rPr lang="en-US" dirty="0"/>
              <a:t>They turn ideas into real businesses by;</a:t>
            </a:r>
          </a:p>
          <a:p>
            <a:r>
              <a:rPr lang="en-US" dirty="0"/>
              <a:t>Planning</a:t>
            </a:r>
          </a:p>
          <a:p>
            <a:r>
              <a:rPr lang="en-US" dirty="0"/>
              <a:t>Getting resources (money, materials)</a:t>
            </a:r>
          </a:p>
          <a:p>
            <a:r>
              <a:rPr lang="en-US" dirty="0"/>
              <a:t>Setting up operations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B06205-8383-D2F6-EFCE-B55AFA794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43469" y="4582633"/>
            <a:ext cx="3444950" cy="215457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9389D7F-718D-1FA4-186D-8389FBDE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BED9E-371F-40D9-8F8F-9C27FFFDE8F2}" type="datetime1">
              <a:rPr lang="en-US" smtClean="0"/>
              <a:t>3/23/2026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8527F6-A8F0-90FC-54BF-0272DD6C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01BEEB7-0144-E9A4-E43C-DBA43725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61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511542-A13A-7391-5C6A-DFF361F1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74BEE-6D19-F9BE-3E0D-1689812B02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Market and sell</a:t>
            </a:r>
          </a:p>
          <a:p>
            <a:pPr marL="0" indent="0">
              <a:buNone/>
            </a:pPr>
            <a:r>
              <a:rPr lang="en-US" dirty="0"/>
              <a:t>Entrepreneurs promote their products.</a:t>
            </a:r>
          </a:p>
          <a:p>
            <a:r>
              <a:rPr lang="en-US" dirty="0"/>
              <a:t>Advertising on social media (WhatsApp or Facebook)</a:t>
            </a:r>
          </a:p>
          <a:p>
            <a:r>
              <a:rPr lang="en-US" dirty="0"/>
              <a:t>Talking to customers</a:t>
            </a:r>
          </a:p>
          <a:p>
            <a:r>
              <a:rPr lang="en-US" dirty="0"/>
              <a:t>Building a brand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A0239A-B899-CF21-C4D2-8EDDD4B81C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Manage Money</a:t>
            </a:r>
          </a:p>
          <a:p>
            <a:pPr marL="0" indent="0">
              <a:buNone/>
            </a:pPr>
            <a:r>
              <a:rPr lang="en-US" dirty="0"/>
              <a:t>They manage finances;</a:t>
            </a:r>
          </a:p>
          <a:p>
            <a:r>
              <a:rPr lang="en-US" dirty="0"/>
              <a:t>Budgeting</a:t>
            </a:r>
          </a:p>
          <a:p>
            <a:r>
              <a:rPr lang="en-US" dirty="0"/>
              <a:t>Saving Profits</a:t>
            </a:r>
          </a:p>
          <a:p>
            <a:r>
              <a:rPr lang="en-US" dirty="0"/>
              <a:t>Reinvesting into the Business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31321C-41E5-71D4-478C-7A116D067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8813" y="83961"/>
            <a:ext cx="3133615" cy="21409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F25894-57DF-2D8F-0F9B-B7F32BC2BFB6}"/>
              </a:ext>
            </a:extLst>
          </p:cNvPr>
          <p:cNvSpPr txBox="1"/>
          <p:nvPr/>
        </p:nvSpPr>
        <p:spPr>
          <a:xfrm>
            <a:off x="3798813" y="2224863"/>
            <a:ext cx="3133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blog.limundograd.com/2013/01/vetar-u-jedra-najbolji-u-srbiji-2012-god-u-kategoriji-e-market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3D963AB-2C3A-BE6D-AFD6-1AE994C5C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0460D-6041-4FE3-A706-C3B46EE99C3E}" type="datetime1">
              <a:rPr lang="en-US" smtClean="0"/>
              <a:t>3/23/2026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96552EB-B90D-2603-5658-C85C4F49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F1C3200-9280-4665-6522-40A020C8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72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440EE8-1676-C16D-EEAF-970D646F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</a:t>
            </a:r>
            <a:r>
              <a:rPr lang="en-US" sz="8800" dirty="0"/>
              <a:t>In short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DEC86-8A43-89C3-CA35-682970750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216" y="1825625"/>
            <a:ext cx="10515600" cy="4351338"/>
          </a:xfrm>
        </p:spPr>
        <p:txBody>
          <a:bodyPr/>
          <a:lstStyle/>
          <a:p>
            <a:r>
              <a:rPr lang="en-US" dirty="0"/>
              <a:t>Entrepreneurs;</a:t>
            </a:r>
          </a:p>
          <a:p>
            <a:pPr marL="0" indent="0">
              <a:buNone/>
            </a:pPr>
            <a:r>
              <a:rPr lang="en-US" dirty="0"/>
              <a:t>      Solve problems</a:t>
            </a:r>
          </a:p>
          <a:p>
            <a:pPr marL="0" indent="0">
              <a:buNone/>
            </a:pPr>
            <a:r>
              <a:rPr lang="en-US" dirty="0"/>
              <a:t>       Start businesses</a:t>
            </a:r>
          </a:p>
          <a:p>
            <a:pPr marL="0" indent="0">
              <a:buNone/>
            </a:pPr>
            <a:r>
              <a:rPr lang="en-US" dirty="0"/>
              <a:t>       Make money</a:t>
            </a:r>
          </a:p>
          <a:p>
            <a:pPr marL="0" indent="0">
              <a:buNone/>
            </a:pPr>
            <a:r>
              <a:rPr lang="en-US" dirty="0"/>
              <a:t>       Create jobs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1D81995-BD46-4897-FF1E-7509B3DC77B2}"/>
              </a:ext>
            </a:extLst>
          </p:cNvPr>
          <p:cNvSpPr/>
          <p:nvPr/>
        </p:nvSpPr>
        <p:spPr>
          <a:xfrm>
            <a:off x="934949" y="786463"/>
            <a:ext cx="914400" cy="48288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85837450-5882-D9A7-16E3-6A897A382BBF}"/>
              </a:ext>
            </a:extLst>
          </p:cNvPr>
          <p:cNvSpPr/>
          <p:nvPr/>
        </p:nvSpPr>
        <p:spPr>
          <a:xfrm>
            <a:off x="1083924" y="2434976"/>
            <a:ext cx="328774" cy="25685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4D428199-4A04-110C-BB0C-0EB56F2F7E49}"/>
              </a:ext>
            </a:extLst>
          </p:cNvPr>
          <p:cNvSpPr/>
          <p:nvPr/>
        </p:nvSpPr>
        <p:spPr>
          <a:xfrm>
            <a:off x="1027844" y="2901563"/>
            <a:ext cx="440933" cy="354461"/>
          </a:xfrm>
          <a:prstGeom prst="star5">
            <a:avLst/>
          </a:prstGeom>
          <a:solidFill>
            <a:schemeClr val="accent4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5517653D-DD0F-6388-AB3A-B68CC20EE089}"/>
              </a:ext>
            </a:extLst>
          </p:cNvPr>
          <p:cNvSpPr/>
          <p:nvPr/>
        </p:nvSpPr>
        <p:spPr>
          <a:xfrm>
            <a:off x="1078787" y="3429000"/>
            <a:ext cx="313362" cy="287187"/>
          </a:xfrm>
          <a:prstGeom prst="star5">
            <a:avLst>
              <a:gd name="adj" fmla="val 15862"/>
              <a:gd name="hf" fmla="val 105146"/>
              <a:gd name="vf" fmla="val 11055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FFC000"/>
              </a:solidFill>
            </a:endParaRP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3DC511E8-9DC2-0337-D409-23BF10568E5A}"/>
              </a:ext>
            </a:extLst>
          </p:cNvPr>
          <p:cNvSpPr/>
          <p:nvPr/>
        </p:nvSpPr>
        <p:spPr>
          <a:xfrm>
            <a:off x="1027844" y="3935246"/>
            <a:ext cx="364305" cy="287187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2CF118-A24A-2E01-F4CD-22D44892D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26642" y="681037"/>
            <a:ext cx="5917317" cy="6034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315EDD-32E9-B434-F77D-77EA980792BF}"/>
              </a:ext>
            </a:extLst>
          </p:cNvPr>
          <p:cNvSpPr txBox="1"/>
          <p:nvPr/>
        </p:nvSpPr>
        <p:spPr>
          <a:xfrm>
            <a:off x="5826642" y="6715249"/>
            <a:ext cx="59173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flickr.com/photos/195219893@N08/51938140465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/3.0/"/>
              </a:rPr>
              <a:t>CC BY</a:t>
            </a:r>
            <a:endParaRPr lang="en-US" sz="90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D8C9E7F0-F44E-3F7D-6798-2F190781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E279-3756-47EE-A77A-B0A7F22C5F57}" type="datetime1">
              <a:rPr lang="en-US" smtClean="0"/>
              <a:t>3/23/2026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13DBBAA-37D5-ED44-89E6-C0F80720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0A7F5AB-C027-AA6C-865B-2130D649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84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05E90-5DA5-3BEF-F734-EB8A282EF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Entrepreneurs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DC3D2-40D7-6719-1CA5-4E1516C4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Clr>
                <a:srgbClr val="EE0000"/>
              </a:buClr>
              <a:buFont typeface="+mj-lt"/>
              <a:buAutoNum type="arabicPeriod"/>
            </a:pPr>
            <a:r>
              <a:rPr lang="en-US" dirty="0"/>
              <a:t>Communication skills</a:t>
            </a:r>
          </a:p>
          <a:p>
            <a:pPr marL="514350" indent="-514350">
              <a:buClr>
                <a:srgbClr val="EE0000"/>
              </a:buClr>
              <a:buFont typeface="+mj-lt"/>
              <a:buAutoNum type="arabicPeriod"/>
            </a:pPr>
            <a:r>
              <a:rPr lang="en-US" dirty="0"/>
              <a:t>Problem-solving</a:t>
            </a:r>
          </a:p>
          <a:p>
            <a:pPr marL="514350" indent="-514350">
              <a:buClr>
                <a:srgbClr val="EE0000"/>
              </a:buClr>
              <a:buFont typeface="+mj-lt"/>
              <a:buAutoNum type="arabicPeriod"/>
            </a:pPr>
            <a:r>
              <a:rPr lang="en-US" dirty="0"/>
              <a:t>Time management</a:t>
            </a:r>
          </a:p>
          <a:p>
            <a:pPr marL="514350" indent="-514350">
              <a:buClr>
                <a:srgbClr val="EE0000"/>
              </a:buClr>
              <a:buFont typeface="+mj-lt"/>
              <a:buAutoNum type="arabicPeriod"/>
            </a:pPr>
            <a:r>
              <a:rPr lang="en-US" dirty="0"/>
              <a:t>Leadership skills</a:t>
            </a:r>
          </a:p>
          <a:p>
            <a:pPr marL="514350" indent="-514350">
              <a:buClr>
                <a:srgbClr val="EE0000"/>
              </a:buClr>
              <a:buFont typeface="+mj-lt"/>
              <a:buAutoNum type="arabicPeriod"/>
            </a:pPr>
            <a:r>
              <a:rPr lang="en-US" dirty="0"/>
              <a:t>Discipline and Consistency</a:t>
            </a:r>
          </a:p>
          <a:p>
            <a:pPr marL="514350" indent="-514350">
              <a:buClr>
                <a:srgbClr val="EE0000"/>
              </a:buClr>
              <a:buFont typeface="+mj-lt"/>
              <a:buAutoNum type="arabicPeriod"/>
            </a:pPr>
            <a:r>
              <a:rPr lang="en-US" dirty="0"/>
              <a:t>Creativity and Innovation</a:t>
            </a:r>
          </a:p>
          <a:p>
            <a:pPr marL="514350" indent="-514350">
              <a:buClr>
                <a:srgbClr val="EE0000"/>
              </a:buClr>
              <a:buFont typeface="+mj-lt"/>
              <a:buAutoNum type="arabicPeriod"/>
            </a:pPr>
            <a:r>
              <a:rPr lang="en-US" dirty="0"/>
              <a:t>Risk-Taking and Courage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C939C-26E4-8AF3-893B-B341F68FB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67153" y="1460500"/>
            <a:ext cx="5963721" cy="5032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29A82D-EFBD-AA43-7A54-5B2CBAAE564E}"/>
              </a:ext>
            </a:extLst>
          </p:cNvPr>
          <p:cNvSpPr txBox="1"/>
          <p:nvPr/>
        </p:nvSpPr>
        <p:spPr>
          <a:xfrm>
            <a:off x="5667153" y="6492876"/>
            <a:ext cx="5963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oercommons.org/courseware/lesson/72676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17C52B-E57C-DB09-8E5A-91010C5B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07B03-5AC7-46C5-A2D1-1083D66F2992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F42CD-8EFA-ADC8-7AA1-0462C7CB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D8ED1-0776-2D79-BC06-C99F3995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83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F5A2-5099-FAC5-24E3-94285FD6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17299-097A-14B7-474B-F1EF8BE76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Computer Skills</a:t>
            </a:r>
          </a:p>
          <a:p>
            <a:r>
              <a:rPr lang="en-US" dirty="0"/>
              <a:t>Social media marketing</a:t>
            </a:r>
          </a:p>
          <a:p>
            <a:r>
              <a:rPr lang="en-US" dirty="0"/>
              <a:t>Savings and investing habits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69F2CF-FA47-2A21-C4B5-FB2545626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27233" y="-182985"/>
            <a:ext cx="796476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054FB4-A05F-F552-0597-99BEDAF5D717}"/>
              </a:ext>
            </a:extLst>
          </p:cNvPr>
          <p:cNvSpPr txBox="1"/>
          <p:nvPr/>
        </p:nvSpPr>
        <p:spPr>
          <a:xfrm>
            <a:off x="4227233" y="6675015"/>
            <a:ext cx="79647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www.pngall.com/investment-pn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/3.0/"/>
              </a:rPr>
              <a:t>CC BY-NC</a:t>
            </a:r>
            <a:endParaRPr lang="en-US" sz="90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52C9D-906D-3E1C-92DB-E50BA021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DEFD-AD0B-430D-9A41-8E4DC1587B3C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4BA09-8D98-CA09-FD7D-459DDE45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1678BC-D6E4-DAC3-2BFB-D9AEF6B0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21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7AE84-AE06-DE37-A7F7-5A950D2D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A54C-509C-0EE0-F44D-C0505FB3B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doesn’t have a fixed amount you can earn.</a:t>
            </a:r>
          </a:p>
          <a:p>
            <a:r>
              <a:rPr lang="en-US" dirty="0"/>
              <a:t>It depends on the kind of business one does , the efforts and how successful it becomes.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F731F2-CE5F-7523-6FC6-50C54B7A6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3097416"/>
            <a:ext cx="5367670" cy="29836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DD9976-974E-CB7A-41E7-E0E6400EC687}"/>
              </a:ext>
            </a:extLst>
          </p:cNvPr>
          <p:cNvSpPr txBox="1"/>
          <p:nvPr/>
        </p:nvSpPr>
        <p:spPr>
          <a:xfrm>
            <a:off x="6096000" y="6081068"/>
            <a:ext cx="53676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researchleap.com/importance-spatial-factors-entrepreneurial-orientation-rural-entrepreneurs-critical-review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/3.0/"/>
              </a:rPr>
              <a:t>CC BY</a:t>
            </a:r>
            <a:endParaRPr lang="en-US" sz="90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F6FCCD-FE56-7A77-FD1A-0B55543E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14A7-D7F5-4387-B2D8-C714D286ADAD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B75523-5A9E-4177-B185-D19DB360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C55345-6191-3506-E7D4-B490C216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75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0FC9-3C4C-060A-4D56-CF901F0F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Entrepreneurs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AE2BE-329A-4282-1E03-D0760C8E6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Entrepreneurs don’t have a fixed place for work, they can work </a:t>
            </a:r>
            <a:r>
              <a:rPr lang="en-US" b="1" dirty="0"/>
              <a:t>anywhere, </a:t>
            </a:r>
            <a:r>
              <a:rPr lang="en-US" dirty="0"/>
              <a:t>depending on the type of business they are doing.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101F3-3F01-DA01-BB4D-D82A6F64D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0552" y="3029873"/>
            <a:ext cx="10172700" cy="346300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8051783-80CA-D098-6D2C-45133D84E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7B59-FEA8-467E-98F6-881068A0A66A}" type="datetime1">
              <a:rPr lang="en-US" smtClean="0"/>
              <a:t>3/23/2026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35CE81-CC12-7E4B-CE3E-8EDFE8CB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FE9383-6539-D384-AB59-803F8B16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8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0C20-E03B-631B-7EC7-31109EF6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Appeals About Entrepreneurship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32C47-AB52-D24A-EE1B-1E85124E5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7" y="2277688"/>
            <a:ext cx="10515600" cy="4351338"/>
          </a:xfrm>
        </p:spPr>
        <p:txBody>
          <a:bodyPr/>
          <a:lstStyle/>
          <a:p>
            <a:r>
              <a:rPr lang="en-US" dirty="0"/>
              <a:t>Freedom and Independence</a:t>
            </a:r>
          </a:p>
          <a:p>
            <a:r>
              <a:rPr lang="en-US" dirty="0"/>
              <a:t>Turning ideas into reality</a:t>
            </a:r>
          </a:p>
          <a:p>
            <a:r>
              <a:rPr lang="en-US" dirty="0"/>
              <a:t>Unlimited income potential</a:t>
            </a:r>
          </a:p>
          <a:p>
            <a:r>
              <a:rPr lang="en-US" dirty="0"/>
              <a:t>Making an impact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8E205-D8F2-43E8-0CE3-8096F99D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7ADB-F5DE-422E-9965-9EE4F33987D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D103C-E74B-5808-6CD1-8EFD56E7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9F4C1-3E4B-2BAD-EF77-D1F75B7D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6008-EA94-49D5-AE0A-4237DA215D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6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My Dream Job</vt:lpstr>
      <vt:lpstr>Entrepreneurship</vt:lpstr>
      <vt:lpstr>What Entrepreneurs Actually Do</vt:lpstr>
      <vt:lpstr>PowerPoint Presentation</vt:lpstr>
      <vt:lpstr>          In short</vt:lpstr>
      <vt:lpstr>Skills Entrepreneurs Need</vt:lpstr>
      <vt:lpstr>Bonus Skills</vt:lpstr>
      <vt:lpstr>However</vt:lpstr>
      <vt:lpstr>Where Do Entrepreneurs work?</vt:lpstr>
      <vt:lpstr>What Appeals About Entrepreneurship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Apuot Awariak</dc:creator>
  <cp:lastModifiedBy>Apuot Awariak</cp:lastModifiedBy>
  <cp:revision>1</cp:revision>
  <dcterms:created xsi:type="dcterms:W3CDTF">2026-03-23T19:05:58Z</dcterms:created>
  <dcterms:modified xsi:type="dcterms:W3CDTF">2026-03-23T19:08:28Z</dcterms:modified>
</cp:coreProperties>
</file>
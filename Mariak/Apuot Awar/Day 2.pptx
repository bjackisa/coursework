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8" d="100"/>
          <a:sy n="48" d="100"/>
        </p:scale>
        <p:origin x="134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C5EFA-33EF-4790-9684-9B745B58C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05141A-3C0F-4458-BB75-48EDDB9E3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CF0C0-5336-48BB-A5EE-E34587A80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A0F8B-676C-4A71-9E67-436E180B05B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F53C7-4AF8-4CC8-B17C-84826C637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FE75B-4C14-4958-8950-AB0D0CE38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035B-9854-4D57-9103-C4BEC3CC5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24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E3DE-844A-44AC-9B7E-27F036724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9044A-C79A-44CB-82C3-85D3F73B3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84A7F-B6FF-4A01-8FF2-BB95F9FCD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A0F8B-676C-4A71-9E67-436E180B05B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DB45E-439B-4C70-AF91-C7BB7962B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29CC4-552C-416E-A8F2-20CFD570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035B-9854-4D57-9103-C4BEC3CC5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9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7BADB-4CB8-4648-A2E5-7D5186EB5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E4E73-01D4-4064-BF6F-A8B59C4DF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A6333-A66B-4791-8E46-935AD1D78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A0F8B-676C-4A71-9E67-436E180B05B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BC692-BBFC-4325-9D6D-703C6FE21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070EC-4356-4F7A-82FA-08B0609B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035B-9854-4D57-9103-C4BEC3CC5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56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61AAC-F3E4-43F2-918E-0B4F3E4C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6F7C4-50C9-4A71-9A13-E7A83C054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1681A0-C5BB-46BC-976A-9B0F776BF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91405-CBBB-414C-BA43-1A7CB1234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A0F8B-676C-4A71-9E67-436E180B05B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5C41E-5C42-46E8-B9CC-35D39265E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B436E-6B0C-473B-808E-A00DBB366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035B-9854-4D57-9103-C4BEC3CC5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21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640F-45F2-450D-98B9-1BDED8598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82165-BBD6-46B6-A36F-37998809F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3B8A1-E513-4956-849C-EED8FF4C2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E52F2-EFEF-48C8-8BEA-532B54A97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9A6126-1353-4C50-AABA-3EEF987B64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3C5831-D6D1-4C1E-9D6F-DAAFDEC53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A0F8B-676C-4A71-9E67-436E180B05B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8ECCA-B967-4C75-BD85-22E664AB8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8CED87-1EDB-4205-BC30-171F90FE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035B-9854-4D57-9103-C4BEC3CC5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96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F88E1-435E-43F3-827F-8EC4CD0B9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4E5FCF-544C-49F4-AE36-0C9C2AE00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A0F8B-676C-4A71-9E67-436E180B05B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0F5DC-DCF3-4465-8F04-302E3F314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B94A4-DA12-4974-8F25-1234D313A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035B-9854-4D57-9103-C4BEC3CC5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50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4DF4DD-AD05-4335-98A2-C74C379D8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A0F8B-676C-4A71-9E67-436E180B05B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84FFF-22EE-42FE-ADB6-C319718D0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11A24-09CC-4A7A-BF8E-74E7B2196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035B-9854-4D57-9103-C4BEC3CC5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7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A8DE-4772-4D3F-AF82-4696BBD6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6C4C5-0EC9-485B-BA79-392165B34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33CBF-8708-493D-8A5C-0E44F15F2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8BD0B-65A6-4DEB-9A00-2C321E82A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A0F8B-676C-4A71-9E67-436E180B05B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F8F1B-C406-4275-B204-920CBC65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B911B-512F-45B6-BE01-96AAA806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035B-9854-4D57-9103-C4BEC3CC5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0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818A2-B918-402A-8FBF-69512FECA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B9046-BDA7-45BB-A3AA-2DFFACF625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933C8D-EA7F-403C-9ADE-3EEAFBB0C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EDA57-133C-4FCE-A7C9-24AFB92DE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A0F8B-676C-4A71-9E67-436E180B05B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E2337-3C12-4C9A-85D0-2C71399E2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C20D4-BBB1-4A5C-B576-8104B7281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035B-9854-4D57-9103-C4BEC3CC5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57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5F207-9BC8-451D-B852-1A55E0846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92F0C5-F07E-4490-A4EB-42DC9C45A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1BF11-A5DE-4CFF-AB37-8903A1C33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A0F8B-676C-4A71-9E67-436E180B05B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13113-B4B7-4BE7-8220-5DAD1493F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5735A-94F3-45B0-80F7-9C0A4B36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035B-9854-4D57-9103-C4BEC3CC5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51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CF04AE-90DA-4D8F-8A29-2C3A009DD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3B2E2-9337-495A-9178-968ECFF00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207BD-8E72-4587-9220-19C807D7C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A0F8B-676C-4A71-9E67-436E180B05B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31C6F-4EB6-4CC9-BCD3-BE5A9BE25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31C94-6568-475F-B695-6EA39B0FD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1035B-9854-4D57-9103-C4BEC3CC5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43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50B7B5-7C23-412B-8CCA-763EB1862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7EE34-6ABE-44D4-8B8B-2591DA896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0F79E-7694-453A-A723-768941ED1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A0F8B-676C-4A71-9E67-436E180B05B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041A2-71BE-4B5B-B1DD-93223365F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C75FE-885F-4F03-9B1F-AF604CD5E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1035B-9854-4D57-9103-C4BEC3CC5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080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79D2B-3F6C-4EE2-A16D-4FC0615A46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Photo Album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D9B4E-B329-4955-87DE-F01A7E31B9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by Apuot Awariak</a:t>
            </a:r>
          </a:p>
        </p:txBody>
      </p:sp>
    </p:spTree>
    <p:extLst>
      <p:ext uri="{BB962C8B-B14F-4D97-AF65-F5344CB8AC3E}">
        <p14:creationId xmlns:p14="http://schemas.microsoft.com/office/powerpoint/2010/main" val="1662959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_17-3-2026_231648_sfffffff">
            <a:extLst>
              <a:ext uri="{FF2B5EF4-FFF2-40B4-BE49-F238E27FC236}">
                <a16:creationId xmlns:a16="http://schemas.microsoft.com/office/drawing/2014/main" id="{5E3C1BAD-3541-4F9B-9C4E-CEDE2FAA59E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965" y="110168"/>
            <a:ext cx="6930966" cy="667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6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Photo Album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Album</dc:title>
  <dc:creator>Apuot Awariak</dc:creator>
  <cp:lastModifiedBy>Apuot Awariak</cp:lastModifiedBy>
  <cp:revision>1</cp:revision>
  <dcterms:created xsi:type="dcterms:W3CDTF">2026-03-17T20:22:42Z</dcterms:created>
  <dcterms:modified xsi:type="dcterms:W3CDTF">2026-03-17T20:23:05Z</dcterms:modified>
</cp:coreProperties>
</file>
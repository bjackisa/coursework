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Cook</c:v>
                </c:pt>
                <c:pt idx="1">
                  <c:v>Jackson</c:v>
                </c:pt>
                <c:pt idx="2">
                  <c:v>Wilson</c:v>
                </c:pt>
                <c:pt idx="3">
                  <c:v>Bennett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0.54</c:v>
                </c:pt>
                <c:pt idx="1">
                  <c:v>0.28000000000000003</c:v>
                </c:pt>
                <c:pt idx="2">
                  <c:v>0.12</c:v>
                </c:pt>
                <c:pt idx="3" formatCode="General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F3-4847-A71C-E53765166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95AD8-250B-415A-96C7-1C6C394CAF12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07F46-54EB-44E9-9887-731C06D10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2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75FD-7069-47B5-BF50-90B11720B765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02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9DBC-41C5-4B16-AB60-04284F530552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4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0A86-C1ED-4901-9F6B-E3AB98DB5F4F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1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4F0E3-2417-4F12-A7DA-E837A358EC0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5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05BE3-5B05-4C56-9669-AB66D4A0CFDA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7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79F5B-1F60-4B64-90EC-205C8640A11E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8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6405-2A52-4E31-AB80-B413403012CB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1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4838E-75D1-4740-B3D2-3AA9FD8FDB42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2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06CC1-A664-4959-BDFC-6F8227EB905E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52A1-B89B-4903-B47B-04806908DC38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3641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52A1-B89B-4903-B47B-04806908DC38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434702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52A1-B89B-4903-B47B-04806908DC38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6984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52A1-B89B-4903-B47B-04806908DC38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240244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52A1-B89B-4903-B47B-04806908DC38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58696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823F-5A38-4D14-A321-B0DFC839856B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58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CBAD3-1BF2-4D8D-BFD7-C259988DE0CA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4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052A1-B89B-4903-B47B-04806908DC38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Apuot     Cruise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C51B407-4E1E-4F63-9F5D-9834F817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6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picpedia.org/clipboard/shares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75655D-80B1-7839-E3B6-FE58E613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87" y="146446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EE0000"/>
                </a:solidFill>
              </a:rPr>
              <a:t>Cook Family </a:t>
            </a:r>
            <a:r>
              <a:rPr lang="en-US" dirty="0">
                <a:solidFill>
                  <a:srgbClr val="E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Cruises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B1EAE-5B2E-3C1A-1B90-17A03BBA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7967D-7646-0E77-4877-3BFE3A8D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946DA-0189-65ED-1DC0-18E336CA6F5C}"/>
              </a:ext>
            </a:extLst>
          </p:cNvPr>
          <p:cNvSpPr/>
          <p:nvPr/>
        </p:nvSpPr>
        <p:spPr>
          <a:xfrm>
            <a:off x="0" y="1"/>
            <a:ext cx="1006867" cy="5342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92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83530F-498E-CF73-3113-2FDFCFC7F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800" dirty="0"/>
              <a:t>Our Itinerary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24568-9B51-69B2-E93F-3163DA7F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Canary Islands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Mediterranean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eriod"/>
            </a:pPr>
            <a:r>
              <a:rPr lang="en-US" dirty="0"/>
              <a:t>Greek </a:t>
            </a:r>
            <a:r>
              <a:rPr lang="en-US" dirty="0" err="1"/>
              <a:t>Islandsx</a:t>
            </a:r>
            <a:endParaRPr lang="en-US" dirty="0"/>
          </a:p>
          <a:p>
            <a:pPr marL="514350" indent="-514350">
              <a:buFont typeface="+mj-lt"/>
              <a:buAutoNum type="alphaLcPeriod"/>
            </a:pPr>
            <a:endParaRPr lang="en-US" dirty="0"/>
          </a:p>
          <a:p>
            <a:pPr marL="514350" indent="-514350">
              <a:buFont typeface="+mj-lt"/>
              <a:buAutoNum type="alphaLcPeriod"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7E136-DD45-3EF0-FFDF-C02F95CA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97B51-5BC7-EA9A-ED50-A333E347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9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9940-A0C3-13B5-3AED-8F51C3CD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Our Market Share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334DBC8-4B76-9CDA-D4A3-98255314B9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160407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7C3E1-80F2-F33D-C863-D9D625F2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A6E1F-A5A4-8D54-6722-44C718F7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C27B14-5CE4-D48A-40C6-9AE109E61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1268" y="2631057"/>
            <a:ext cx="3303917" cy="26828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4F8BA9-4158-905F-372B-EB42CDB2D8B9}"/>
              </a:ext>
            </a:extLst>
          </p:cNvPr>
          <p:cNvSpPr txBox="1"/>
          <p:nvPr/>
        </p:nvSpPr>
        <p:spPr>
          <a:xfrm>
            <a:off x="871268" y="5313872"/>
            <a:ext cx="330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picpedia.org/clipboard/shares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5256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99C8D-827F-949F-720C-F4B1DC17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Apuot     Cruise Information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63327-F571-5D82-030A-AB61ED01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B407-4E1E-4F63-9F5D-9834F8173AA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0A7566-4DEB-F467-DF0B-32F943495803}"/>
              </a:ext>
            </a:extLst>
          </p:cNvPr>
          <p:cNvSpPr txBox="1"/>
          <p:nvPr/>
        </p:nvSpPr>
        <p:spPr>
          <a:xfrm>
            <a:off x="4416725" y="2432649"/>
            <a:ext cx="56157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4">
                    <a:lumMod val="50000"/>
                  </a:schemeClr>
                </a:solidFill>
              </a:rPr>
              <a:t>Travel With Us </a:t>
            </a:r>
            <a:r>
              <a:rPr lang="en-US" sz="4000">
                <a:solidFill>
                  <a:schemeClr val="accent4">
                    <a:lumMod val="50000"/>
                  </a:schemeClr>
                </a:solidFill>
              </a:rPr>
              <a:t>For Less!!</a:t>
            </a:r>
            <a:endParaRPr lang="en-US" sz="40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7934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</TotalTime>
  <Words>46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Calibri</vt:lpstr>
      <vt:lpstr>Century Gothic</vt:lpstr>
      <vt:lpstr>Wingdings 3</vt:lpstr>
      <vt:lpstr>Wisp</vt:lpstr>
      <vt:lpstr>Cook Family Cruises</vt:lpstr>
      <vt:lpstr>Our Itinerary</vt:lpstr>
      <vt:lpstr>Our Market Share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Apuot Awariak</dc:creator>
  <cp:lastModifiedBy>Apuot Awariak</cp:lastModifiedBy>
  <cp:revision>1</cp:revision>
  <dcterms:created xsi:type="dcterms:W3CDTF">2026-03-22T19:40:15Z</dcterms:created>
  <dcterms:modified xsi:type="dcterms:W3CDTF">2026-03-22T19:48:53Z</dcterms:modified>
</cp:coreProperties>
</file>
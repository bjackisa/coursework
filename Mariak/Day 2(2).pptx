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05BE-E45B-4598-A03D-ADBC0ECD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00442-77CB-41C4-8174-F44C50C72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167E8-45FB-4CDE-B02A-531583CF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7089F-7838-48BE-8B3E-AB7CD91F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6040-7404-4B88-BCB3-DF46FE42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EA64-CFEE-4A27-BAFD-E3217296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26A5-A018-4FA6-AF38-B8DC50073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6A7F4-779C-42BD-A7DD-7E2900A2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4C21-877E-49C5-8B17-4BD2A096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A98D-F214-4FD1-BDF2-4D12E436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6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A541-ACC2-471E-A504-8491706D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3F463-8913-4079-B7FC-F36E411B4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83683-8F58-4B47-82A3-B24DCD2F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D31C7-F4FF-42FA-A71D-7BF13ABD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8A88-B2C6-46B3-AEEF-81E6D8B4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3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E826-F3F3-4942-B1AD-87A37DEF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89EB7-8C65-4D52-87B2-897959296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2E667-9210-4658-B81F-681444ED2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04B5F-A2D1-489F-8A76-C3ACB33D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0525A-45A1-4744-A1BB-9BA40672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45AAD-DE38-4C06-A5B8-45C3689A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2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7F8F-F120-4AD8-8EF2-C21599EF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30DA3-8AE0-4029-B948-691B6C9CE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1FE8A-7CE6-4AAA-9E0C-7FE4D9AE2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EE18D-2518-4074-A025-E056F15A7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BD8F1-CAB9-4D01-A053-E3EECAC26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45A4F-9789-4D2A-9394-E2C4B5A8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384E1F-BD4C-412E-B43D-246A4DF0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D94C4-E880-401E-BCE8-64639C5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7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231B-95BC-44B9-9A05-2BCC0986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7DB37-2E2A-40B4-992F-001FDD02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7072F-6216-41C9-9F51-D5378481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69C9C-E89A-4070-B25D-60F55E4E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20A70-519E-49E0-BDB2-9E5E6D3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40898-7DF6-47BC-A217-BA66C139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451BF-8AC0-4803-81B0-E5C3D53D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0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B037-68D3-4825-9ADA-15092175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A4A4-BA0D-48B2-B8B3-0AFD3EDBE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24761-81DF-4A9E-92BB-C38952387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ADA83-A832-4F55-9845-05146A26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5F747-6064-437F-81B7-104B9391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42CBC-138A-4B0B-8EA2-87F55D66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EEEC-30A7-443D-BF91-D1447B4A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5EE97-D601-4A42-B529-45525AE2E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D752F-18F8-48DC-9EE3-014AD9C27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C2059-D247-4F8F-A391-ACFB7001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CD624-FEAF-4329-8DCE-0568A29F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62F64-86F7-455B-83C9-89C08253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2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F0FE-A190-4D4D-8A73-65CACA74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4ED2C-2661-430F-8FAC-4209D9E4E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73341-2E4A-4CB6-9D66-0B2FDE62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AE7AF-CB59-42F1-AD75-67387A8F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ABB7-A5AD-49D7-8983-900FC957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0ABCF-CAF2-4331-A442-07C4E8E7F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09B14-93DA-4BDA-89A9-D145A7F81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C2E8-0731-4943-9393-67F9F111E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938-EB0A-40FA-A22F-B815184D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C3BE4-5976-4023-81A9-59CACA83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1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012A7-6243-4FF9-9FD8-0A810EAC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A5B02-28BF-457D-8B05-30B66635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14ED0-205F-4F6D-B79D-9F23294D8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0393C-6252-4574-838E-AA41A6AFE14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5126-0B2F-42A7-ABE4-6996062DB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165C-A9A4-40DF-AC02-B3FC293A1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051DD-E825-4BC8-A985-5BAC43083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6AA8-D3A6-4B17-BABB-78E87A9FE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00A03-9CE7-4A91-8DF9-231D22F54A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F3C7B-189F-453A-8B6C-40101908B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62" y="1026159"/>
            <a:ext cx="8753475" cy="4104641"/>
          </a:xfrm>
          <a:prstGeom prst="rect">
            <a:avLst/>
          </a:prstGeom>
          <a:ln w="127000" cap="sq">
            <a:solidFill>
              <a:schemeClr val="accent2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9580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Apuot Awariak</dc:creator>
  <cp:lastModifiedBy>Apuot Awariak</cp:lastModifiedBy>
  <cp:revision>1</cp:revision>
  <dcterms:created xsi:type="dcterms:W3CDTF">2026-03-17T20:29:58Z</dcterms:created>
  <dcterms:modified xsi:type="dcterms:W3CDTF">2026-03-17T20:30:53Z</dcterms:modified>
</cp:coreProperties>
</file>
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0"/>
  </p:notesMasterIdLst>
  <p:sldIdLst>
    <p:sldId id="262" r:id="rId2"/>
    <p:sldId id="263" r:id="rId3"/>
    <p:sldId id="264" r:id="rId4"/>
    <p:sldId id="257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60"/>
  </p:normalViewPr>
  <p:slideViewPr>
    <p:cSldViewPr>
      <p:cViewPr varScale="1">
        <p:scale>
          <a:sx n="127" d="100"/>
          <a:sy n="127" d="100"/>
        </p:scale>
        <p:origin x="144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Our Market Share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Our Market 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Cook</c:v>
                </c:pt>
                <c:pt idx="1">
                  <c:v>Jackson</c:v>
                </c:pt>
                <c:pt idx="2">
                  <c:v>Wilson</c:v>
                </c:pt>
                <c:pt idx="3">
                  <c:v>Bennet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0.54</c:v>
                </c:pt>
                <c:pt idx="1">
                  <c:v>0.28000000000000003</c:v>
                </c:pt>
                <c:pt idx="2">
                  <c:v>0.12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E5-45C1-8250-FE9843B29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January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TVs</c:v>
                </c:pt>
                <c:pt idx="1">
                  <c:v>DVDs</c:v>
                </c:pt>
                <c:pt idx="2">
                  <c:v>Hifi equipment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45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F6-4865-8F39-B37E96786C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February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TVs</c:v>
                </c:pt>
                <c:pt idx="1">
                  <c:v>DVDs</c:v>
                </c:pt>
                <c:pt idx="2">
                  <c:v>Hifi equipment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</c:v>
                </c:pt>
                <c:pt idx="1">
                  <c:v>38</c:v>
                </c:pt>
                <c:pt idx="2">
                  <c:v>46</c:v>
                </c:pt>
                <c:pt idx="3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F6-4865-8F39-B37E96786C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March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TVs</c:v>
                </c:pt>
                <c:pt idx="1">
                  <c:v>DVDs</c:v>
                </c:pt>
                <c:pt idx="2">
                  <c:v>Hifi equipment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90</c:v>
                </c:pt>
                <c:pt idx="1">
                  <c:v>34</c:v>
                </c:pt>
                <c:pt idx="2">
                  <c:v>45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F6-4865-8F39-B37E96786CF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April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TVs</c:v>
                </c:pt>
                <c:pt idx="1">
                  <c:v>DVDs</c:v>
                </c:pt>
                <c:pt idx="2">
                  <c:v>Hifi equipment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75</c:v>
                </c:pt>
                <c:pt idx="1">
                  <c:v>31</c:v>
                </c:pt>
                <c:pt idx="2">
                  <c:v>43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F6-4865-8F39-B37E96786C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2893296"/>
        <c:axId val="312894608"/>
      </c:barChart>
      <c:catAx>
        <c:axId val="312893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894608"/>
        <c:crosses val="autoZero"/>
        <c:auto val="1"/>
        <c:lblAlgn val="ctr"/>
        <c:lblOffset val="100"/>
        <c:noMultiLvlLbl val="0"/>
      </c:catAx>
      <c:valAx>
        <c:axId val="3128946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893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EB94B4-2C89-4E5F-AE64-9C20E4306449}" type="doc">
      <dgm:prSet loTypeId="urn:microsoft.com/office/officeart/2005/8/layout/hList3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791F2C7-7A27-4A90-A725-574D57B2C508}">
      <dgm:prSet phldrT="[Text]"/>
      <dgm:spPr/>
      <dgm:t>
        <a:bodyPr/>
        <a:lstStyle/>
        <a:p>
          <a:r>
            <a:rPr lang="en-US" dirty="0" smtClean="0"/>
            <a:t>Abishai Abdi, General Manager</a:t>
          </a:r>
          <a:endParaRPr lang="en-US" dirty="0"/>
        </a:p>
      </dgm:t>
    </dgm:pt>
    <dgm:pt modelId="{F7E9549C-F83C-44F0-B92F-D738996A08A3}" type="parTrans" cxnId="{5DA38894-25EB-4EF7-9E1E-1E68B47C8CCC}">
      <dgm:prSet/>
      <dgm:spPr/>
      <dgm:t>
        <a:bodyPr/>
        <a:lstStyle/>
        <a:p>
          <a:endParaRPr lang="en-US"/>
        </a:p>
      </dgm:t>
    </dgm:pt>
    <dgm:pt modelId="{38C0E624-D2A4-4910-A549-DDB19E791699}" type="sibTrans" cxnId="{5DA38894-25EB-4EF7-9E1E-1E68B47C8CCC}">
      <dgm:prSet/>
      <dgm:spPr/>
      <dgm:t>
        <a:bodyPr/>
        <a:lstStyle/>
        <a:p>
          <a:endParaRPr lang="en-US"/>
        </a:p>
      </dgm:t>
    </dgm:pt>
    <dgm:pt modelId="{29EB7502-55D8-409D-8CD3-86805D089862}">
      <dgm:prSet phldrT="[Text]"/>
      <dgm:spPr/>
      <dgm:t>
        <a:bodyPr/>
        <a:lstStyle/>
        <a:p>
          <a:r>
            <a:rPr lang="en-US" dirty="0" smtClean="0"/>
            <a:t>Asahel Abdi, Head of sales</a:t>
          </a:r>
          <a:endParaRPr lang="en-US" dirty="0"/>
        </a:p>
      </dgm:t>
    </dgm:pt>
    <dgm:pt modelId="{FEF7AEFB-4159-4623-A086-615607B8CFC1}" type="parTrans" cxnId="{10A597FC-CCEA-4383-B82F-C2471D9BAF54}">
      <dgm:prSet/>
      <dgm:spPr/>
      <dgm:t>
        <a:bodyPr/>
        <a:lstStyle/>
        <a:p>
          <a:endParaRPr lang="en-US"/>
        </a:p>
      </dgm:t>
    </dgm:pt>
    <dgm:pt modelId="{F5146029-31CE-4703-BFBB-B36B44412B0D}" type="sibTrans" cxnId="{10A597FC-CCEA-4383-B82F-C2471D9BAF54}">
      <dgm:prSet/>
      <dgm:spPr/>
      <dgm:t>
        <a:bodyPr/>
        <a:lstStyle/>
        <a:p>
          <a:endParaRPr lang="en-US"/>
        </a:p>
      </dgm:t>
    </dgm:pt>
    <dgm:pt modelId="{3131D8A1-1E0C-47E8-9AEC-797CF2522C1E}">
      <dgm:prSet phldrT="[Text]"/>
      <dgm:spPr/>
      <dgm:t>
        <a:bodyPr/>
        <a:lstStyle/>
        <a:p>
          <a:r>
            <a:rPr lang="en-US" dirty="0" smtClean="0"/>
            <a:t>Abishag   Abdi, Assistant to the General Manager</a:t>
          </a:r>
          <a:endParaRPr lang="en-US" dirty="0"/>
        </a:p>
      </dgm:t>
    </dgm:pt>
    <dgm:pt modelId="{8CF0AD4F-FE30-4A33-9887-A468C4A55445}" type="parTrans" cxnId="{20D460B6-6C2A-4182-B780-BD62ADF02675}">
      <dgm:prSet/>
      <dgm:spPr/>
      <dgm:t>
        <a:bodyPr/>
        <a:lstStyle/>
        <a:p>
          <a:endParaRPr lang="en-US"/>
        </a:p>
      </dgm:t>
    </dgm:pt>
    <dgm:pt modelId="{9A1A8010-7394-4E14-81F2-984624AF7E24}" type="sibTrans" cxnId="{20D460B6-6C2A-4182-B780-BD62ADF02675}">
      <dgm:prSet/>
      <dgm:spPr/>
      <dgm:t>
        <a:bodyPr/>
        <a:lstStyle/>
        <a:p>
          <a:endParaRPr lang="en-US"/>
        </a:p>
      </dgm:t>
    </dgm:pt>
    <dgm:pt modelId="{46A159C0-251D-45F0-B04D-3844A5327818}">
      <dgm:prSet phldrT="[Text]"/>
      <dgm:spPr/>
      <dgm:t>
        <a:bodyPr/>
        <a:lstStyle/>
        <a:p>
          <a:r>
            <a:rPr lang="en-US" dirty="0" smtClean="0"/>
            <a:t>    Abdi </a:t>
          </a:r>
          <a:r>
            <a:rPr lang="en-US" dirty="0" err="1" smtClean="0"/>
            <a:t>McDad</a:t>
          </a:r>
          <a:r>
            <a:rPr lang="en-US" dirty="0" smtClean="0"/>
            <a:t>, Human Resources Manager</a:t>
          </a:r>
          <a:endParaRPr lang="en-US" dirty="0"/>
        </a:p>
      </dgm:t>
    </dgm:pt>
    <dgm:pt modelId="{D4E96222-CEC4-41C3-82DC-8747B84EE227}" type="parTrans" cxnId="{D1097B0C-2846-461F-AF38-08F53656C88D}">
      <dgm:prSet/>
      <dgm:spPr/>
      <dgm:t>
        <a:bodyPr/>
        <a:lstStyle/>
        <a:p>
          <a:endParaRPr lang="en-US"/>
        </a:p>
      </dgm:t>
    </dgm:pt>
    <dgm:pt modelId="{302EB752-F325-4D25-860D-D2F3A4E0320A}" type="sibTrans" cxnId="{D1097B0C-2846-461F-AF38-08F53656C88D}">
      <dgm:prSet/>
      <dgm:spPr/>
      <dgm:t>
        <a:bodyPr/>
        <a:lstStyle/>
        <a:p>
          <a:endParaRPr lang="en-US"/>
        </a:p>
      </dgm:t>
    </dgm:pt>
    <dgm:pt modelId="{418E0A1E-EA79-406C-BF31-D53AF4D1F758}" type="pres">
      <dgm:prSet presAssocID="{95EB94B4-2C89-4E5F-AE64-9C20E4306449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449BE9-7B0A-4252-BDB9-85CC1B78A71E}" type="pres">
      <dgm:prSet presAssocID="{2791F2C7-7A27-4A90-A725-574D57B2C508}" presName="roof" presStyleLbl="dkBgShp" presStyleIdx="0" presStyleCnt="2"/>
      <dgm:spPr/>
      <dgm:t>
        <a:bodyPr/>
        <a:lstStyle/>
        <a:p>
          <a:endParaRPr lang="en-US"/>
        </a:p>
      </dgm:t>
    </dgm:pt>
    <dgm:pt modelId="{232799A7-698D-4AA6-B2C0-3A1B47078DE1}" type="pres">
      <dgm:prSet presAssocID="{2791F2C7-7A27-4A90-A725-574D57B2C508}" presName="pillars" presStyleCnt="0"/>
      <dgm:spPr/>
    </dgm:pt>
    <dgm:pt modelId="{A381441F-393C-4056-92E4-C0D718D32D6C}" type="pres">
      <dgm:prSet presAssocID="{2791F2C7-7A27-4A90-A725-574D57B2C508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A68D07-641E-4753-A2EC-C2FE3F9C6F05}" type="pres">
      <dgm:prSet presAssocID="{3131D8A1-1E0C-47E8-9AEC-797CF2522C1E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5F0E09-6F47-4C8D-AFE5-2143F31558C3}" type="pres">
      <dgm:prSet presAssocID="{46A159C0-251D-45F0-B04D-3844A5327818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964865-9348-4AC3-BCA7-02D5CDF1162D}" type="pres">
      <dgm:prSet presAssocID="{2791F2C7-7A27-4A90-A725-574D57B2C508}" presName="base" presStyleLbl="dkBgShp" presStyleIdx="1" presStyleCnt="2"/>
      <dgm:spPr/>
    </dgm:pt>
  </dgm:ptLst>
  <dgm:cxnLst>
    <dgm:cxn modelId="{D1097B0C-2846-461F-AF38-08F53656C88D}" srcId="{2791F2C7-7A27-4A90-A725-574D57B2C508}" destId="{46A159C0-251D-45F0-B04D-3844A5327818}" srcOrd="2" destOrd="0" parTransId="{D4E96222-CEC4-41C3-82DC-8747B84EE227}" sibTransId="{302EB752-F325-4D25-860D-D2F3A4E0320A}"/>
    <dgm:cxn modelId="{5DA38894-25EB-4EF7-9E1E-1E68B47C8CCC}" srcId="{95EB94B4-2C89-4E5F-AE64-9C20E4306449}" destId="{2791F2C7-7A27-4A90-A725-574D57B2C508}" srcOrd="0" destOrd="0" parTransId="{F7E9549C-F83C-44F0-B92F-D738996A08A3}" sibTransId="{38C0E624-D2A4-4910-A549-DDB19E791699}"/>
    <dgm:cxn modelId="{E61DE1DE-A85B-4963-982C-7A41085E7F2D}" type="presOf" srcId="{3131D8A1-1E0C-47E8-9AEC-797CF2522C1E}" destId="{47A68D07-641E-4753-A2EC-C2FE3F9C6F05}" srcOrd="0" destOrd="0" presId="urn:microsoft.com/office/officeart/2005/8/layout/hList3"/>
    <dgm:cxn modelId="{20D460B6-6C2A-4182-B780-BD62ADF02675}" srcId="{2791F2C7-7A27-4A90-A725-574D57B2C508}" destId="{3131D8A1-1E0C-47E8-9AEC-797CF2522C1E}" srcOrd="1" destOrd="0" parTransId="{8CF0AD4F-FE30-4A33-9887-A468C4A55445}" sibTransId="{9A1A8010-7394-4E14-81F2-984624AF7E24}"/>
    <dgm:cxn modelId="{1DAF102C-E0C8-4379-8E72-6F290F0352FF}" type="presOf" srcId="{2791F2C7-7A27-4A90-A725-574D57B2C508}" destId="{A2449BE9-7B0A-4252-BDB9-85CC1B78A71E}" srcOrd="0" destOrd="0" presId="urn:microsoft.com/office/officeart/2005/8/layout/hList3"/>
    <dgm:cxn modelId="{8C0E6584-75B0-477D-867B-68B772424C3B}" type="presOf" srcId="{46A159C0-251D-45F0-B04D-3844A5327818}" destId="{BB5F0E09-6F47-4C8D-AFE5-2143F31558C3}" srcOrd="0" destOrd="0" presId="urn:microsoft.com/office/officeart/2005/8/layout/hList3"/>
    <dgm:cxn modelId="{03B861E7-35DF-482B-89B5-71C0806C9A37}" type="presOf" srcId="{29EB7502-55D8-409D-8CD3-86805D089862}" destId="{A381441F-393C-4056-92E4-C0D718D32D6C}" srcOrd="0" destOrd="0" presId="urn:microsoft.com/office/officeart/2005/8/layout/hList3"/>
    <dgm:cxn modelId="{10A597FC-CCEA-4383-B82F-C2471D9BAF54}" srcId="{2791F2C7-7A27-4A90-A725-574D57B2C508}" destId="{29EB7502-55D8-409D-8CD3-86805D089862}" srcOrd="0" destOrd="0" parTransId="{FEF7AEFB-4159-4623-A086-615607B8CFC1}" sibTransId="{F5146029-31CE-4703-BFBB-B36B44412B0D}"/>
    <dgm:cxn modelId="{2783F392-E660-451C-91F1-FAE7F0CDE6CF}" type="presOf" srcId="{95EB94B4-2C89-4E5F-AE64-9C20E4306449}" destId="{418E0A1E-EA79-406C-BF31-D53AF4D1F758}" srcOrd="0" destOrd="0" presId="urn:microsoft.com/office/officeart/2005/8/layout/hList3"/>
    <dgm:cxn modelId="{F58DD17F-96E6-4470-BDD6-701C9A837220}" type="presParOf" srcId="{418E0A1E-EA79-406C-BF31-D53AF4D1F758}" destId="{A2449BE9-7B0A-4252-BDB9-85CC1B78A71E}" srcOrd="0" destOrd="0" presId="urn:microsoft.com/office/officeart/2005/8/layout/hList3"/>
    <dgm:cxn modelId="{5A3E0DAB-EC73-4517-979D-9DA01828AC8A}" type="presParOf" srcId="{418E0A1E-EA79-406C-BF31-D53AF4D1F758}" destId="{232799A7-698D-4AA6-B2C0-3A1B47078DE1}" srcOrd="1" destOrd="0" presId="urn:microsoft.com/office/officeart/2005/8/layout/hList3"/>
    <dgm:cxn modelId="{DE3F2903-A104-48AF-9B23-AC0F9DD139C2}" type="presParOf" srcId="{232799A7-698D-4AA6-B2C0-3A1B47078DE1}" destId="{A381441F-393C-4056-92E4-C0D718D32D6C}" srcOrd="0" destOrd="0" presId="urn:microsoft.com/office/officeart/2005/8/layout/hList3"/>
    <dgm:cxn modelId="{B55B7BEF-3873-400A-A3C3-5B38ECDA4EF1}" type="presParOf" srcId="{232799A7-698D-4AA6-B2C0-3A1B47078DE1}" destId="{47A68D07-641E-4753-A2EC-C2FE3F9C6F05}" srcOrd="1" destOrd="0" presId="urn:microsoft.com/office/officeart/2005/8/layout/hList3"/>
    <dgm:cxn modelId="{71599483-1120-4C5E-8EAD-68BA3BF3583E}" type="presParOf" srcId="{232799A7-698D-4AA6-B2C0-3A1B47078DE1}" destId="{BB5F0E09-6F47-4C8D-AFE5-2143F31558C3}" srcOrd="2" destOrd="0" presId="urn:microsoft.com/office/officeart/2005/8/layout/hList3"/>
    <dgm:cxn modelId="{4D375A86-D2C1-4169-89CC-9E5FF4048744}" type="presParOf" srcId="{418E0A1E-EA79-406C-BF31-D53AF4D1F758}" destId="{91964865-9348-4AC3-BCA7-02D5CDF1162D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49BE9-7B0A-4252-BDB9-85CC1B78A71E}">
      <dsp:nvSpPr>
        <dsp:cNvPr id="0" name=""/>
        <dsp:cNvSpPr/>
      </dsp:nvSpPr>
      <dsp:spPr>
        <a:xfrm>
          <a:off x="0" y="0"/>
          <a:ext cx="6096000" cy="1219200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Abishai Abdi, General Manager</a:t>
          </a:r>
          <a:endParaRPr lang="en-US" sz="3500" kern="1200" dirty="0"/>
        </a:p>
      </dsp:txBody>
      <dsp:txXfrm>
        <a:off x="0" y="0"/>
        <a:ext cx="6096000" cy="1219200"/>
      </dsp:txXfrm>
    </dsp:sp>
    <dsp:sp modelId="{A381441F-393C-4056-92E4-C0D718D32D6C}">
      <dsp:nvSpPr>
        <dsp:cNvPr id="0" name=""/>
        <dsp:cNvSpPr/>
      </dsp:nvSpPr>
      <dsp:spPr>
        <a:xfrm>
          <a:off x="2976" y="1219200"/>
          <a:ext cx="2030015" cy="25603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Asahel Abdi, Head of sales</a:t>
          </a:r>
          <a:endParaRPr lang="en-US" sz="2900" kern="1200" dirty="0"/>
        </a:p>
      </dsp:txBody>
      <dsp:txXfrm>
        <a:off x="2976" y="1219200"/>
        <a:ext cx="2030015" cy="2560320"/>
      </dsp:txXfrm>
    </dsp:sp>
    <dsp:sp modelId="{47A68D07-641E-4753-A2EC-C2FE3F9C6F05}">
      <dsp:nvSpPr>
        <dsp:cNvPr id="0" name=""/>
        <dsp:cNvSpPr/>
      </dsp:nvSpPr>
      <dsp:spPr>
        <a:xfrm>
          <a:off x="2032992" y="1219200"/>
          <a:ext cx="2030015" cy="25603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Abishag   Abdi, Assistant to the General Manager</a:t>
          </a:r>
          <a:endParaRPr lang="en-US" sz="2900" kern="1200" dirty="0"/>
        </a:p>
      </dsp:txBody>
      <dsp:txXfrm>
        <a:off x="2032992" y="1219200"/>
        <a:ext cx="2030015" cy="2560320"/>
      </dsp:txXfrm>
    </dsp:sp>
    <dsp:sp modelId="{BB5F0E09-6F47-4C8D-AFE5-2143F31558C3}">
      <dsp:nvSpPr>
        <dsp:cNvPr id="0" name=""/>
        <dsp:cNvSpPr/>
      </dsp:nvSpPr>
      <dsp:spPr>
        <a:xfrm>
          <a:off x="4063007" y="1219200"/>
          <a:ext cx="2030015" cy="25603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    Abdi </a:t>
          </a:r>
          <a:r>
            <a:rPr lang="en-US" sz="2900" kern="1200" dirty="0" err="1" smtClean="0"/>
            <a:t>McDad</a:t>
          </a:r>
          <a:r>
            <a:rPr lang="en-US" sz="2900" kern="1200" dirty="0" smtClean="0"/>
            <a:t>, Human Resources Manager</a:t>
          </a:r>
          <a:endParaRPr lang="en-US" sz="2900" kern="1200" dirty="0"/>
        </a:p>
      </dsp:txBody>
      <dsp:txXfrm>
        <a:off x="4063007" y="1219200"/>
        <a:ext cx="2030015" cy="2560320"/>
      </dsp:txXfrm>
    </dsp:sp>
    <dsp:sp modelId="{91964865-9348-4AC3-BCA7-02D5CDF1162D}">
      <dsp:nvSpPr>
        <dsp:cNvPr id="0" name=""/>
        <dsp:cNvSpPr/>
      </dsp:nvSpPr>
      <dsp:spPr>
        <a:xfrm>
          <a:off x="0" y="3779520"/>
          <a:ext cx="6096000" cy="284480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E6A2E-6493-4211-BA98-4EF5A80D111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C676-5DD2-4D80-A038-48FA9461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8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48DAD-9512-42DD-A7D2-49D3CF7E9863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0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701EC-657F-4684-B46D-BA22EA787953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D02FA-6369-4159-B172-7FC9044790B8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0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062F-0F0D-426F-8176-DF665E3DC710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30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BA2F-7468-4955-85C4-9ACB85364E9C}" type="datetime1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0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7FC43-82E0-424C-A68C-6C8135509929}" type="datetime1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3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5E1F-7177-46F9-B805-53A0C5205B8E}" type="datetime1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4D71-9B50-433D-B787-09875ABFBFA2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5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46B1-A36B-416C-A5E5-A89BA96AF69A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4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1CCCD-0503-4B19-8D5D-BD8FF27093C9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800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1CCCD-0503-4B19-8D5D-BD8FF27093C9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146317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1CCCD-0503-4B19-8D5D-BD8FF27093C9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20004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1CCCD-0503-4B19-8D5D-BD8FF27093C9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259618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1CCCD-0503-4B19-8D5D-BD8FF27093C9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7893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E3BC-591B-4F17-B2C9-07C883EAEB2E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70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880F-2906-41C0-810F-CE2FAF1874F6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1CCCD-0503-4B19-8D5D-BD8FF27093C9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8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>
            <a:outerShdw blurRad="50800" dist="50800" dir="5400000" algn="ctr" rotWithShape="0">
              <a:srgbClr val="000000"/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Cook Family Cruises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Itinerary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</a:pPr>
            <a:r>
              <a:rPr lang="en-US" dirty="0" smtClean="0"/>
              <a:t>Canary Islands</a:t>
            </a:r>
          </a:p>
          <a:p>
            <a:pPr>
              <a:buSzPct val="100000"/>
            </a:pPr>
            <a:r>
              <a:rPr lang="en-US" dirty="0" smtClean="0"/>
              <a:t>Mediterranean</a:t>
            </a:r>
          </a:p>
          <a:p>
            <a:pPr>
              <a:buSzPct val="100000"/>
            </a:pPr>
            <a:r>
              <a:rPr lang="en-US" dirty="0" smtClean="0"/>
              <a:t>Greek </a:t>
            </a:r>
            <a:r>
              <a:rPr lang="en-US" dirty="0" err="1" smtClean="0"/>
              <a:t>Islandsx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8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310383446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8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800" dirty="0" smtClean="0">
                <a:latin typeface="Arial Black" panose="020B0A04020102020204" pitchFamily="34" charset="0"/>
              </a:rPr>
              <a:t>Jolis</a:t>
            </a:r>
            <a:r>
              <a:rPr lang="en-US" dirty="0" smtClean="0"/>
              <a:t> International Ltd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Jolis International Ltd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LcPeriod"/>
            </a:pPr>
            <a:r>
              <a:rPr lang="en-US" dirty="0" smtClean="0">
                <a:solidFill>
                  <a:srgbClr val="92D050"/>
                </a:solidFill>
              </a:rPr>
              <a:t>Mission Statement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solidFill>
                  <a:srgbClr val="92D050"/>
                </a:solidFill>
              </a:rPr>
              <a:t>Company Objectives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solidFill>
                  <a:srgbClr val="92D050"/>
                </a:solidFill>
              </a:rPr>
              <a:t>Management Team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solidFill>
                  <a:srgbClr val="92D050"/>
                </a:solidFill>
              </a:rPr>
              <a:t>Employees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26199641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1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854845"/>
              </p:ext>
            </p:extLst>
          </p:nvPr>
        </p:nvGraphicFramePr>
        <p:xfrm>
          <a:off x="1524000" y="1447800"/>
          <a:ext cx="6096000" cy="185420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539128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95493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New 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Discontinued Products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876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Digital Cameras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8mm Cameras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000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Ultra</a:t>
                      </a:r>
                      <a:r>
                        <a:rPr lang="en-US" baseline="0" dirty="0" smtClean="0"/>
                        <a:t> Slim Video Camera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8x Zoom Video Camera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693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25” Plasma TVS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21”Black and White TVs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43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DVD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decorders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Video Players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607233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8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34208573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KAKUMBA RYAN                    Cruise Information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009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122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Trebuchet MS</vt:lpstr>
      <vt:lpstr>Wingdings 3</vt:lpstr>
      <vt:lpstr>Facet</vt:lpstr>
      <vt:lpstr>Cook Family Cruises</vt:lpstr>
      <vt:lpstr>Our Itinerary</vt:lpstr>
      <vt:lpstr>PowerPoint Presentation</vt:lpstr>
      <vt:lpstr>Jolis International Ltd</vt:lpstr>
      <vt:lpstr>Jolis International Ltd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Jolis International Ltd</dc:title>
  <dc:creator>Jolis Academy</dc:creator>
  <cp:lastModifiedBy>Jolis Academy</cp:lastModifiedBy>
  <cp:revision>9</cp:revision>
  <dcterms:created xsi:type="dcterms:W3CDTF">2006-08-16T00:00:00Z</dcterms:created>
  <dcterms:modified xsi:type="dcterms:W3CDTF">2026-01-22T23:57:37Z</dcterms:modified>
</cp:coreProperties>
</file>
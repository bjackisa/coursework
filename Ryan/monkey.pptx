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5" d="100"/>
          <a:sy n="125" d="100"/>
        </p:scale>
        <p:origin x="38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backgroundMark x1="52244" y1="53273" x2="61699" y2="3724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609600"/>
            <a:ext cx="7924800" cy="5626100"/>
          </a:xfrm>
          <a:prstGeom prst="rect">
            <a:avLst/>
          </a:prstGeom>
          <a:ln w="28575">
            <a:solidFill>
              <a:schemeClr val="bg2">
                <a:lumMod val="50000"/>
              </a:scheme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98085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Jolis Academy</dc:creator>
  <cp:lastModifiedBy>Jolis Academy</cp:lastModifiedBy>
  <cp:revision>1</cp:revision>
  <dcterms:created xsi:type="dcterms:W3CDTF">2006-08-16T00:00:00Z</dcterms:created>
  <dcterms:modified xsi:type="dcterms:W3CDTF">2026-01-22T22:26:41Z</dcterms:modified>
</cp:coreProperties>
</file>
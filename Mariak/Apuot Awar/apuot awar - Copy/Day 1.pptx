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2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12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95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5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7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26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2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89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08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0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51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6FD8F-5ABD-4193-B56C-80BB7B8E391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C4FAEEF-EF59-4407-9475-6C917E47F8A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43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2C75-D5A8-47DE-B4AD-67B98253A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Seasons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72B94-5E26-4147-8E63-9B2571110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Apuot </a:t>
            </a:r>
            <a:r>
              <a:rPr lang="en-US" dirty="0" err="1"/>
              <a:t>Awar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52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627A-9DE7-47A1-B372-356F903D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D285-9148-4404-AF1B-C197B847E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March 20</a:t>
            </a:r>
            <a:r>
              <a:rPr lang="en-US" baseline="30000" dirty="0"/>
              <a:t>th</a:t>
            </a:r>
            <a:r>
              <a:rPr lang="en-US" dirty="0"/>
              <a:t> is the first day of spring</a:t>
            </a:r>
          </a:p>
          <a:p>
            <a:r>
              <a:rPr lang="en-US" dirty="0"/>
              <a:t>Spring lasts from March to June</a:t>
            </a:r>
          </a:p>
          <a:p>
            <a:r>
              <a:rPr lang="en-US" dirty="0"/>
              <a:t>Observed holidays during this season are Easter, Mother’s and Father’s day</a:t>
            </a:r>
          </a:p>
        </p:txBody>
      </p:sp>
    </p:spTree>
    <p:extLst>
      <p:ext uri="{BB962C8B-B14F-4D97-AF65-F5344CB8AC3E}">
        <p14:creationId xmlns:p14="http://schemas.microsoft.com/office/powerpoint/2010/main" val="24330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6F99-4296-4FD3-B096-FD77079C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1E4A-D9D7-43D8-84BC-243A46E5A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June 20</a:t>
            </a:r>
            <a:r>
              <a:rPr lang="en-US" baseline="30000" dirty="0"/>
              <a:t>th</a:t>
            </a:r>
            <a:r>
              <a:rPr lang="en-US" dirty="0"/>
              <a:t> is the first day of Summer</a:t>
            </a:r>
          </a:p>
          <a:p>
            <a:r>
              <a:rPr lang="en-US" dirty="0"/>
              <a:t>Summer lasts from June to September</a:t>
            </a:r>
          </a:p>
          <a:p>
            <a:r>
              <a:rPr lang="en-US" dirty="0"/>
              <a:t>Observed holidays during this season are Independence Day and Labor Day</a:t>
            </a:r>
          </a:p>
        </p:txBody>
      </p:sp>
    </p:spTree>
    <p:extLst>
      <p:ext uri="{BB962C8B-B14F-4D97-AF65-F5344CB8AC3E}">
        <p14:creationId xmlns:p14="http://schemas.microsoft.com/office/powerpoint/2010/main" val="241655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0DA8-8310-4F13-B677-BECB2D6B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1EF0-7357-4518-A76E-12C81679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September 22</a:t>
            </a:r>
            <a:r>
              <a:rPr lang="en-US" baseline="30000" dirty="0"/>
              <a:t>nd</a:t>
            </a:r>
            <a:r>
              <a:rPr lang="en-US" dirty="0"/>
              <a:t> is the first day of Autumn</a:t>
            </a:r>
          </a:p>
          <a:p>
            <a:r>
              <a:rPr lang="en-US" dirty="0"/>
              <a:t>Autumn lasts from September to December</a:t>
            </a:r>
          </a:p>
          <a:p>
            <a:r>
              <a:rPr lang="en-US" dirty="0"/>
              <a:t>Observed holidays during this seasons are Veteran’s Day, Election Day</a:t>
            </a:r>
          </a:p>
        </p:txBody>
      </p:sp>
    </p:spTree>
    <p:extLst>
      <p:ext uri="{BB962C8B-B14F-4D97-AF65-F5344CB8AC3E}">
        <p14:creationId xmlns:p14="http://schemas.microsoft.com/office/powerpoint/2010/main" val="416588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FBB3-D8F0-43D4-84BA-BADE0FA3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7E30-EA95-4594-9788-D3EEC133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December 21</a:t>
            </a:r>
            <a:r>
              <a:rPr lang="en-US" baseline="30000" dirty="0"/>
              <a:t>st</a:t>
            </a:r>
            <a:r>
              <a:rPr lang="en-US" dirty="0"/>
              <a:t> is the day of Winter</a:t>
            </a:r>
          </a:p>
          <a:p>
            <a:r>
              <a:rPr lang="en-US" dirty="0"/>
              <a:t>Winter lasts from December to March</a:t>
            </a:r>
          </a:p>
          <a:p>
            <a:r>
              <a:rPr lang="en-US" dirty="0"/>
              <a:t>Observed holidays during this season are Christmas, New Year’s, Valentines and St. Patrick’s Day</a:t>
            </a:r>
          </a:p>
        </p:txBody>
      </p:sp>
    </p:spTree>
    <p:extLst>
      <p:ext uri="{BB962C8B-B14F-4D97-AF65-F5344CB8AC3E}">
        <p14:creationId xmlns:p14="http://schemas.microsoft.com/office/powerpoint/2010/main" val="225919196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114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The Seasons</vt:lpstr>
      <vt:lpstr>SPRING</vt:lpstr>
      <vt:lpstr>SUMMER</vt:lpstr>
      <vt:lpstr>AUTUMN</vt:lpstr>
      <vt:lpstr>WINTER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Seasons</dc:title>
  <dc:creator>Apuot Awariak</dc:creator>
  <cp:lastModifiedBy>Apuot Awariak</cp:lastModifiedBy>
  <cp:revision>4</cp:revision>
  <dcterms:created xsi:type="dcterms:W3CDTF">2026-03-17T19:30:48Z</dcterms:created>
  <dcterms:modified xsi:type="dcterms:W3CDTF">2026-03-17T19:54:43Z</dcterms:modified>
</cp:coreProperties>
</file>
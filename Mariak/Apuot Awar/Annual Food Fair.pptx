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54F9EB-06C7-4D18-A3A8-742A5291C3F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6D5B98-2233-4877-9F1F-ED35D05BAE95}">
      <dgm:prSet phldrT="[Text]" phldr="0"/>
      <dgm:spPr/>
      <dgm:t>
        <a:bodyPr/>
        <a:lstStyle/>
        <a:p>
          <a:r>
            <a:rPr lang="en-US" b="1" dirty="0">
              <a:latin typeface="Arial Black" panose="020B0A04020102020204" pitchFamily="34" charset="0"/>
            </a:rPr>
            <a:t>Meet The Team</a:t>
          </a:r>
        </a:p>
      </dgm:t>
    </dgm:pt>
    <dgm:pt modelId="{F5E911BE-562D-4DFE-9A14-11304172D1FA}" type="parTrans" cxnId="{46B6468E-ABB7-4F90-AC16-396011C35B73}">
      <dgm:prSet/>
      <dgm:spPr/>
      <dgm:t>
        <a:bodyPr/>
        <a:lstStyle/>
        <a:p>
          <a:endParaRPr lang="en-US"/>
        </a:p>
      </dgm:t>
    </dgm:pt>
    <dgm:pt modelId="{346DF5F0-0FA4-422E-B822-334E7F675C5E}" type="sibTrans" cxnId="{46B6468E-ABB7-4F90-AC16-396011C35B73}">
      <dgm:prSet/>
      <dgm:spPr/>
      <dgm:t>
        <a:bodyPr/>
        <a:lstStyle/>
        <a:p>
          <a:endParaRPr lang="en-US"/>
        </a:p>
      </dgm:t>
    </dgm:pt>
    <dgm:pt modelId="{2276406A-0CB3-423D-9E6D-0A45AC080C3C}" type="asst">
      <dgm:prSet phldrT="[Text]" phldr="0"/>
      <dgm:spPr/>
      <dgm:t>
        <a:bodyPr/>
        <a:lstStyle/>
        <a:p>
          <a:r>
            <a:rPr lang="en-US" b="1" i="0" dirty="0">
              <a:latin typeface="Arial Black" panose="020B0A04020102020204" pitchFamily="34" charset="0"/>
            </a:rPr>
            <a:t>Maggie Peet, Manager</a:t>
          </a:r>
        </a:p>
      </dgm:t>
    </dgm:pt>
    <dgm:pt modelId="{356CB94D-C0EB-4026-89D6-A1B5ECF15854}" type="parTrans" cxnId="{1FB5CED6-B9E9-4F1F-8ECF-67391999B694}">
      <dgm:prSet/>
      <dgm:spPr/>
      <dgm:t>
        <a:bodyPr/>
        <a:lstStyle/>
        <a:p>
          <a:endParaRPr lang="en-US"/>
        </a:p>
      </dgm:t>
    </dgm:pt>
    <dgm:pt modelId="{7A7D2CC1-0CED-4203-BA9E-CAC41F77E23E}" type="sibTrans" cxnId="{1FB5CED6-B9E9-4F1F-8ECF-67391999B694}">
      <dgm:prSet/>
      <dgm:spPr/>
      <dgm:t>
        <a:bodyPr/>
        <a:lstStyle/>
        <a:p>
          <a:endParaRPr lang="en-US"/>
        </a:p>
      </dgm:t>
    </dgm:pt>
    <dgm:pt modelId="{C961E21F-E6BD-4B13-9B44-A8064BFC3D12}">
      <dgm:prSet phldrT="[Text]" phldr="0"/>
      <dgm:spPr/>
      <dgm:t>
        <a:bodyPr/>
        <a:lstStyle/>
        <a:p>
          <a:r>
            <a:rPr lang="en-US" b="1" dirty="0">
              <a:latin typeface="Arial Black" panose="020B0A04020102020204" pitchFamily="34" charset="0"/>
            </a:rPr>
            <a:t>Brian Webb, Bookings</a:t>
          </a:r>
        </a:p>
      </dgm:t>
    </dgm:pt>
    <dgm:pt modelId="{1680A815-6ACE-4E01-BD8C-7ED7A06FBA15}" type="parTrans" cxnId="{9F6045BF-2C32-4D61-8F8A-89AA7A9A2DFC}">
      <dgm:prSet/>
      <dgm:spPr/>
      <dgm:t>
        <a:bodyPr/>
        <a:lstStyle/>
        <a:p>
          <a:endParaRPr lang="en-US"/>
        </a:p>
      </dgm:t>
    </dgm:pt>
    <dgm:pt modelId="{D0DFCE2B-820C-477B-877F-5C87FB495D6A}" type="sibTrans" cxnId="{9F6045BF-2C32-4D61-8F8A-89AA7A9A2DFC}">
      <dgm:prSet/>
      <dgm:spPr/>
      <dgm:t>
        <a:bodyPr/>
        <a:lstStyle/>
        <a:p>
          <a:endParaRPr lang="en-US"/>
        </a:p>
      </dgm:t>
    </dgm:pt>
    <dgm:pt modelId="{11BDB084-5076-4F9B-A525-FB4DAF8BCC96}">
      <dgm:prSet phldrT="[Text]" phldr="0"/>
      <dgm:spPr/>
      <dgm:t>
        <a:bodyPr/>
        <a:lstStyle/>
        <a:p>
          <a:r>
            <a:rPr lang="en-US" b="1" dirty="0">
              <a:latin typeface="Arial Black" panose="020B0A04020102020204" pitchFamily="34" charset="0"/>
            </a:rPr>
            <a:t>Janine </a:t>
          </a:r>
          <a:r>
            <a:rPr lang="en-US" b="1" dirty="0" err="1">
              <a:latin typeface="Arial Black" panose="020B0A04020102020204" pitchFamily="34" charset="0"/>
            </a:rPr>
            <a:t>Newton,Publicity</a:t>
          </a:r>
          <a:endParaRPr lang="en-US" b="1" dirty="0">
            <a:latin typeface="Arial Black" panose="020B0A04020102020204" pitchFamily="34" charset="0"/>
          </a:endParaRPr>
        </a:p>
      </dgm:t>
    </dgm:pt>
    <dgm:pt modelId="{C4389B08-8A49-45FC-A4D7-E281B975A946}" type="parTrans" cxnId="{B99868FF-2FC7-4EF2-B7D4-50D559997A08}">
      <dgm:prSet/>
      <dgm:spPr/>
      <dgm:t>
        <a:bodyPr/>
        <a:lstStyle/>
        <a:p>
          <a:endParaRPr lang="en-US"/>
        </a:p>
      </dgm:t>
    </dgm:pt>
    <dgm:pt modelId="{5BE0B6C5-4968-4087-A7F6-D6E9D5B01D44}" type="sibTrans" cxnId="{B99868FF-2FC7-4EF2-B7D4-50D559997A08}">
      <dgm:prSet/>
      <dgm:spPr/>
      <dgm:t>
        <a:bodyPr/>
        <a:lstStyle/>
        <a:p>
          <a:endParaRPr lang="en-US"/>
        </a:p>
      </dgm:t>
    </dgm:pt>
    <dgm:pt modelId="{84383B37-7713-48AC-B603-AB7F0277C058}">
      <dgm:prSet phldrT="[Text]" phldr="0"/>
      <dgm:spPr/>
      <dgm:t>
        <a:bodyPr/>
        <a:lstStyle/>
        <a:p>
          <a:r>
            <a:rPr lang="en-US" b="1" dirty="0">
              <a:latin typeface="Arial Black" panose="020B0A04020102020204" pitchFamily="34" charset="0"/>
            </a:rPr>
            <a:t>Gregg Brown, Accounts</a:t>
          </a:r>
        </a:p>
      </dgm:t>
    </dgm:pt>
    <dgm:pt modelId="{1D399A33-4562-4912-B5C2-0575F8BEF226}" type="parTrans" cxnId="{A0ED060E-60D8-41A2-BE32-53A8F5BA0297}">
      <dgm:prSet/>
      <dgm:spPr/>
      <dgm:t>
        <a:bodyPr/>
        <a:lstStyle/>
        <a:p>
          <a:endParaRPr lang="en-US"/>
        </a:p>
      </dgm:t>
    </dgm:pt>
    <dgm:pt modelId="{C5E8CBCD-DB73-425A-95A0-470433FB1019}" type="sibTrans" cxnId="{A0ED060E-60D8-41A2-BE32-53A8F5BA0297}">
      <dgm:prSet/>
      <dgm:spPr/>
      <dgm:t>
        <a:bodyPr/>
        <a:lstStyle/>
        <a:p>
          <a:endParaRPr lang="en-US"/>
        </a:p>
      </dgm:t>
    </dgm:pt>
    <dgm:pt modelId="{895FED2B-D330-4CFC-A13F-768AE3788631}" type="pres">
      <dgm:prSet presAssocID="{5B54F9EB-06C7-4D18-A3A8-742A5291C3F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6551C59-9B48-404E-ADBE-E7F87D50341F}" type="pres">
      <dgm:prSet presAssocID="{806D5B98-2233-4877-9F1F-ED35D05BAE95}" presName="hierRoot1" presStyleCnt="0">
        <dgm:presLayoutVars>
          <dgm:hierBranch val="init"/>
        </dgm:presLayoutVars>
      </dgm:prSet>
      <dgm:spPr/>
    </dgm:pt>
    <dgm:pt modelId="{0EED1E67-F317-4356-8205-78FD65EA1E01}" type="pres">
      <dgm:prSet presAssocID="{806D5B98-2233-4877-9F1F-ED35D05BAE95}" presName="rootComposite1" presStyleCnt="0"/>
      <dgm:spPr/>
    </dgm:pt>
    <dgm:pt modelId="{942C0E61-5345-42A4-A327-DCACA9D09F1D}" type="pres">
      <dgm:prSet presAssocID="{806D5B98-2233-4877-9F1F-ED35D05BAE95}" presName="rootText1" presStyleLbl="node0" presStyleIdx="0" presStyleCnt="1" custLinFactNeighborX="-1290" custLinFactNeighborY="0">
        <dgm:presLayoutVars>
          <dgm:chPref val="3"/>
        </dgm:presLayoutVars>
      </dgm:prSet>
      <dgm:spPr/>
    </dgm:pt>
    <dgm:pt modelId="{90C8AEB8-F61E-4906-BB1A-BA384C1EBC9F}" type="pres">
      <dgm:prSet presAssocID="{806D5B98-2233-4877-9F1F-ED35D05BAE95}" presName="rootConnector1" presStyleLbl="node1" presStyleIdx="0" presStyleCnt="0"/>
      <dgm:spPr/>
    </dgm:pt>
    <dgm:pt modelId="{C36D8150-5071-4CA6-BCF2-399837CD8F7B}" type="pres">
      <dgm:prSet presAssocID="{806D5B98-2233-4877-9F1F-ED35D05BAE95}" presName="hierChild2" presStyleCnt="0"/>
      <dgm:spPr/>
    </dgm:pt>
    <dgm:pt modelId="{5A3B6262-2D1C-4C2E-9735-07B47162C135}" type="pres">
      <dgm:prSet presAssocID="{1680A815-6ACE-4E01-BD8C-7ED7A06FBA15}" presName="Name64" presStyleLbl="parChTrans1D2" presStyleIdx="0" presStyleCnt="4"/>
      <dgm:spPr/>
    </dgm:pt>
    <dgm:pt modelId="{AB7AB3A6-8D10-41C1-903B-D46A721E8C0A}" type="pres">
      <dgm:prSet presAssocID="{C961E21F-E6BD-4B13-9B44-A8064BFC3D12}" presName="hierRoot2" presStyleCnt="0">
        <dgm:presLayoutVars>
          <dgm:hierBranch val="init"/>
        </dgm:presLayoutVars>
      </dgm:prSet>
      <dgm:spPr/>
    </dgm:pt>
    <dgm:pt modelId="{4E6DB593-A5BA-4D8E-A1E1-FC2511CF0978}" type="pres">
      <dgm:prSet presAssocID="{C961E21F-E6BD-4B13-9B44-A8064BFC3D12}" presName="rootComposite" presStyleCnt="0"/>
      <dgm:spPr/>
    </dgm:pt>
    <dgm:pt modelId="{1D2D837A-B034-4405-95CE-07AF6ABA1864}" type="pres">
      <dgm:prSet presAssocID="{C961E21F-E6BD-4B13-9B44-A8064BFC3D12}" presName="rootText" presStyleLbl="node2" presStyleIdx="0" presStyleCnt="3" custLinFactNeighborX="-1290" custLinFactNeighborY="0">
        <dgm:presLayoutVars>
          <dgm:chPref val="3"/>
        </dgm:presLayoutVars>
      </dgm:prSet>
      <dgm:spPr/>
    </dgm:pt>
    <dgm:pt modelId="{B1F340BD-F1F4-42B8-B897-1DCE76E6F607}" type="pres">
      <dgm:prSet presAssocID="{C961E21F-E6BD-4B13-9B44-A8064BFC3D12}" presName="rootConnector" presStyleLbl="node2" presStyleIdx="0" presStyleCnt="3"/>
      <dgm:spPr/>
    </dgm:pt>
    <dgm:pt modelId="{622459B1-A8DC-43F1-AC57-CEC412ED91FC}" type="pres">
      <dgm:prSet presAssocID="{C961E21F-E6BD-4B13-9B44-A8064BFC3D12}" presName="hierChild4" presStyleCnt="0"/>
      <dgm:spPr/>
    </dgm:pt>
    <dgm:pt modelId="{00A7FE38-B707-409D-9B55-854DB8F30993}" type="pres">
      <dgm:prSet presAssocID="{C961E21F-E6BD-4B13-9B44-A8064BFC3D12}" presName="hierChild5" presStyleCnt="0"/>
      <dgm:spPr/>
    </dgm:pt>
    <dgm:pt modelId="{25EF84E3-14C9-44D1-9AF2-734715087712}" type="pres">
      <dgm:prSet presAssocID="{C4389B08-8A49-45FC-A4D7-E281B975A946}" presName="Name64" presStyleLbl="parChTrans1D2" presStyleIdx="1" presStyleCnt="4"/>
      <dgm:spPr/>
    </dgm:pt>
    <dgm:pt modelId="{4426E314-7AB0-46D3-A484-D2215933BEE4}" type="pres">
      <dgm:prSet presAssocID="{11BDB084-5076-4F9B-A525-FB4DAF8BCC96}" presName="hierRoot2" presStyleCnt="0">
        <dgm:presLayoutVars>
          <dgm:hierBranch val="init"/>
        </dgm:presLayoutVars>
      </dgm:prSet>
      <dgm:spPr/>
    </dgm:pt>
    <dgm:pt modelId="{A9708628-50FC-44BC-BB52-A2C8B3DD3254}" type="pres">
      <dgm:prSet presAssocID="{11BDB084-5076-4F9B-A525-FB4DAF8BCC96}" presName="rootComposite" presStyleCnt="0"/>
      <dgm:spPr/>
    </dgm:pt>
    <dgm:pt modelId="{CA67511E-82BD-43BD-9F9B-AD3445B3F5E5}" type="pres">
      <dgm:prSet presAssocID="{11BDB084-5076-4F9B-A525-FB4DAF8BCC96}" presName="rootText" presStyleLbl="node2" presStyleIdx="1" presStyleCnt="3" custLinFactNeighborX="-1290" custLinFactNeighborY="0">
        <dgm:presLayoutVars>
          <dgm:chPref val="3"/>
        </dgm:presLayoutVars>
      </dgm:prSet>
      <dgm:spPr/>
    </dgm:pt>
    <dgm:pt modelId="{E5BF52A0-BD3C-4D2B-9F79-64B49B93DB8F}" type="pres">
      <dgm:prSet presAssocID="{11BDB084-5076-4F9B-A525-FB4DAF8BCC96}" presName="rootConnector" presStyleLbl="node2" presStyleIdx="1" presStyleCnt="3"/>
      <dgm:spPr/>
    </dgm:pt>
    <dgm:pt modelId="{55EC72D6-5088-4DF8-B189-459F79D19E49}" type="pres">
      <dgm:prSet presAssocID="{11BDB084-5076-4F9B-A525-FB4DAF8BCC96}" presName="hierChild4" presStyleCnt="0"/>
      <dgm:spPr/>
    </dgm:pt>
    <dgm:pt modelId="{9F351FC5-EB08-44FF-9A1C-89662960D12A}" type="pres">
      <dgm:prSet presAssocID="{11BDB084-5076-4F9B-A525-FB4DAF8BCC96}" presName="hierChild5" presStyleCnt="0"/>
      <dgm:spPr/>
    </dgm:pt>
    <dgm:pt modelId="{F311C310-68BD-456E-92C0-57F381207D6A}" type="pres">
      <dgm:prSet presAssocID="{1D399A33-4562-4912-B5C2-0575F8BEF226}" presName="Name64" presStyleLbl="parChTrans1D2" presStyleIdx="2" presStyleCnt="4"/>
      <dgm:spPr/>
    </dgm:pt>
    <dgm:pt modelId="{97BC7C18-FB76-4136-9298-769B556A850F}" type="pres">
      <dgm:prSet presAssocID="{84383B37-7713-48AC-B603-AB7F0277C058}" presName="hierRoot2" presStyleCnt="0">
        <dgm:presLayoutVars>
          <dgm:hierBranch val="init"/>
        </dgm:presLayoutVars>
      </dgm:prSet>
      <dgm:spPr/>
    </dgm:pt>
    <dgm:pt modelId="{8D917756-A4DA-48F2-A295-D95E6930EA3D}" type="pres">
      <dgm:prSet presAssocID="{84383B37-7713-48AC-B603-AB7F0277C058}" presName="rootComposite" presStyleCnt="0"/>
      <dgm:spPr/>
    </dgm:pt>
    <dgm:pt modelId="{867EE306-DF4D-46DD-A805-FF44248BA4CC}" type="pres">
      <dgm:prSet presAssocID="{84383B37-7713-48AC-B603-AB7F0277C058}" presName="rootText" presStyleLbl="node2" presStyleIdx="2" presStyleCnt="3" custLinFactNeighborX="-1290" custLinFactNeighborY="0">
        <dgm:presLayoutVars>
          <dgm:chPref val="3"/>
        </dgm:presLayoutVars>
      </dgm:prSet>
      <dgm:spPr/>
    </dgm:pt>
    <dgm:pt modelId="{3BC7C1C3-50A8-4535-93DB-C7298842BC50}" type="pres">
      <dgm:prSet presAssocID="{84383B37-7713-48AC-B603-AB7F0277C058}" presName="rootConnector" presStyleLbl="node2" presStyleIdx="2" presStyleCnt="3"/>
      <dgm:spPr/>
    </dgm:pt>
    <dgm:pt modelId="{8407A8CC-E1AC-4786-9068-489F89AF61BF}" type="pres">
      <dgm:prSet presAssocID="{84383B37-7713-48AC-B603-AB7F0277C058}" presName="hierChild4" presStyleCnt="0"/>
      <dgm:spPr/>
    </dgm:pt>
    <dgm:pt modelId="{2C169342-04EF-41C4-85B6-F1DAD1414377}" type="pres">
      <dgm:prSet presAssocID="{84383B37-7713-48AC-B603-AB7F0277C058}" presName="hierChild5" presStyleCnt="0"/>
      <dgm:spPr/>
    </dgm:pt>
    <dgm:pt modelId="{5BA22067-B553-412E-945B-2F814A3E9136}" type="pres">
      <dgm:prSet presAssocID="{806D5B98-2233-4877-9F1F-ED35D05BAE95}" presName="hierChild3" presStyleCnt="0"/>
      <dgm:spPr/>
    </dgm:pt>
    <dgm:pt modelId="{AAB6557A-0264-4D62-BDEA-4648DD696E84}" type="pres">
      <dgm:prSet presAssocID="{356CB94D-C0EB-4026-89D6-A1B5ECF15854}" presName="Name115" presStyleLbl="parChTrans1D2" presStyleIdx="3" presStyleCnt="4"/>
      <dgm:spPr/>
    </dgm:pt>
    <dgm:pt modelId="{D7DA9063-692D-4EE3-9EDF-58741D77BC77}" type="pres">
      <dgm:prSet presAssocID="{2276406A-0CB3-423D-9E6D-0A45AC080C3C}" presName="hierRoot3" presStyleCnt="0">
        <dgm:presLayoutVars>
          <dgm:hierBranch val="init"/>
        </dgm:presLayoutVars>
      </dgm:prSet>
      <dgm:spPr/>
    </dgm:pt>
    <dgm:pt modelId="{77159593-54B4-4269-AE6A-897057CB75F7}" type="pres">
      <dgm:prSet presAssocID="{2276406A-0CB3-423D-9E6D-0A45AC080C3C}" presName="rootComposite3" presStyleCnt="0"/>
      <dgm:spPr/>
    </dgm:pt>
    <dgm:pt modelId="{FFE0D01E-7019-4146-873B-CE5AB006C92F}" type="pres">
      <dgm:prSet presAssocID="{2276406A-0CB3-423D-9E6D-0A45AC080C3C}" presName="rootText3" presStyleLbl="asst1" presStyleIdx="0" presStyleCnt="1" custLinFactNeighborX="-1290" custLinFactNeighborY="0">
        <dgm:presLayoutVars>
          <dgm:chPref val="3"/>
        </dgm:presLayoutVars>
      </dgm:prSet>
      <dgm:spPr/>
    </dgm:pt>
    <dgm:pt modelId="{4A9C88FE-E6C8-404A-ADE6-074002591550}" type="pres">
      <dgm:prSet presAssocID="{2276406A-0CB3-423D-9E6D-0A45AC080C3C}" presName="rootConnector3" presStyleLbl="asst1" presStyleIdx="0" presStyleCnt="1"/>
      <dgm:spPr/>
    </dgm:pt>
    <dgm:pt modelId="{B584EE9D-8C01-4BD8-B017-FC63114D5380}" type="pres">
      <dgm:prSet presAssocID="{2276406A-0CB3-423D-9E6D-0A45AC080C3C}" presName="hierChild6" presStyleCnt="0"/>
      <dgm:spPr/>
    </dgm:pt>
    <dgm:pt modelId="{EEF65C91-BED1-499A-B0EA-6533DF72D69A}" type="pres">
      <dgm:prSet presAssocID="{2276406A-0CB3-423D-9E6D-0A45AC080C3C}" presName="hierChild7" presStyleCnt="0"/>
      <dgm:spPr/>
    </dgm:pt>
  </dgm:ptLst>
  <dgm:cxnLst>
    <dgm:cxn modelId="{F180750A-EE98-4700-ACBF-8FDE694494D6}" type="presOf" srcId="{2276406A-0CB3-423D-9E6D-0A45AC080C3C}" destId="{4A9C88FE-E6C8-404A-ADE6-074002591550}" srcOrd="1" destOrd="0" presId="urn:microsoft.com/office/officeart/2009/3/layout/HorizontalOrganizationChart"/>
    <dgm:cxn modelId="{A0ED060E-60D8-41A2-BE32-53A8F5BA0297}" srcId="{806D5B98-2233-4877-9F1F-ED35D05BAE95}" destId="{84383B37-7713-48AC-B603-AB7F0277C058}" srcOrd="3" destOrd="0" parTransId="{1D399A33-4562-4912-B5C2-0575F8BEF226}" sibTransId="{C5E8CBCD-DB73-425A-95A0-470433FB1019}"/>
    <dgm:cxn modelId="{8B65E522-D458-4946-B700-743DF560E09F}" type="presOf" srcId="{84383B37-7713-48AC-B603-AB7F0277C058}" destId="{867EE306-DF4D-46DD-A805-FF44248BA4CC}" srcOrd="0" destOrd="0" presId="urn:microsoft.com/office/officeart/2009/3/layout/HorizontalOrganizationChart"/>
    <dgm:cxn modelId="{17841641-F2AE-439D-90B9-BA113DFD097D}" type="presOf" srcId="{11BDB084-5076-4F9B-A525-FB4DAF8BCC96}" destId="{CA67511E-82BD-43BD-9F9B-AD3445B3F5E5}" srcOrd="0" destOrd="0" presId="urn:microsoft.com/office/officeart/2009/3/layout/HorizontalOrganizationChart"/>
    <dgm:cxn modelId="{F27D1842-BF6D-4241-8803-82D6B6E265AE}" type="presOf" srcId="{84383B37-7713-48AC-B603-AB7F0277C058}" destId="{3BC7C1C3-50A8-4535-93DB-C7298842BC50}" srcOrd="1" destOrd="0" presId="urn:microsoft.com/office/officeart/2009/3/layout/HorizontalOrganizationChart"/>
    <dgm:cxn modelId="{67B1097A-12EC-4645-A6BB-9CD8941F47AA}" type="presOf" srcId="{1D399A33-4562-4912-B5C2-0575F8BEF226}" destId="{F311C310-68BD-456E-92C0-57F381207D6A}" srcOrd="0" destOrd="0" presId="urn:microsoft.com/office/officeart/2009/3/layout/HorizontalOrganizationChart"/>
    <dgm:cxn modelId="{46B6468E-ABB7-4F90-AC16-396011C35B73}" srcId="{5B54F9EB-06C7-4D18-A3A8-742A5291C3FD}" destId="{806D5B98-2233-4877-9F1F-ED35D05BAE95}" srcOrd="0" destOrd="0" parTransId="{F5E911BE-562D-4DFE-9A14-11304172D1FA}" sibTransId="{346DF5F0-0FA4-422E-B822-334E7F675C5E}"/>
    <dgm:cxn modelId="{92980198-34C6-4AB8-BB75-571A7F6650EB}" type="presOf" srcId="{C961E21F-E6BD-4B13-9B44-A8064BFC3D12}" destId="{1D2D837A-B034-4405-95CE-07AF6ABA1864}" srcOrd="0" destOrd="0" presId="urn:microsoft.com/office/officeart/2009/3/layout/HorizontalOrganizationChart"/>
    <dgm:cxn modelId="{35DBFA9F-30A2-4792-B907-914487C4317F}" type="presOf" srcId="{356CB94D-C0EB-4026-89D6-A1B5ECF15854}" destId="{AAB6557A-0264-4D62-BDEA-4648DD696E84}" srcOrd="0" destOrd="0" presId="urn:microsoft.com/office/officeart/2009/3/layout/HorizontalOrganizationChart"/>
    <dgm:cxn modelId="{C6F5A4AC-3546-4D38-8A87-DADA24943D64}" type="presOf" srcId="{1680A815-6ACE-4E01-BD8C-7ED7A06FBA15}" destId="{5A3B6262-2D1C-4C2E-9735-07B47162C135}" srcOrd="0" destOrd="0" presId="urn:microsoft.com/office/officeart/2009/3/layout/HorizontalOrganizationChart"/>
    <dgm:cxn modelId="{9F6045BF-2C32-4D61-8F8A-89AA7A9A2DFC}" srcId="{806D5B98-2233-4877-9F1F-ED35D05BAE95}" destId="{C961E21F-E6BD-4B13-9B44-A8064BFC3D12}" srcOrd="1" destOrd="0" parTransId="{1680A815-6ACE-4E01-BD8C-7ED7A06FBA15}" sibTransId="{D0DFCE2B-820C-477B-877F-5C87FB495D6A}"/>
    <dgm:cxn modelId="{0B6C2ED0-1641-4949-948A-DD7AFDDD601F}" type="presOf" srcId="{11BDB084-5076-4F9B-A525-FB4DAF8BCC96}" destId="{E5BF52A0-BD3C-4D2B-9F79-64B49B93DB8F}" srcOrd="1" destOrd="0" presId="urn:microsoft.com/office/officeart/2009/3/layout/HorizontalOrganizationChart"/>
    <dgm:cxn modelId="{857C6AD3-D01C-496C-A100-2E59FC78252F}" type="presOf" srcId="{C961E21F-E6BD-4B13-9B44-A8064BFC3D12}" destId="{B1F340BD-F1F4-42B8-B897-1DCE76E6F607}" srcOrd="1" destOrd="0" presId="urn:microsoft.com/office/officeart/2009/3/layout/HorizontalOrganizationChart"/>
    <dgm:cxn modelId="{CF28D5D5-320F-4AF3-AAF1-91A2D1721F1A}" type="presOf" srcId="{2276406A-0CB3-423D-9E6D-0A45AC080C3C}" destId="{FFE0D01E-7019-4146-873B-CE5AB006C92F}" srcOrd="0" destOrd="0" presId="urn:microsoft.com/office/officeart/2009/3/layout/HorizontalOrganizationChart"/>
    <dgm:cxn modelId="{1FB5CED6-B9E9-4F1F-8ECF-67391999B694}" srcId="{806D5B98-2233-4877-9F1F-ED35D05BAE95}" destId="{2276406A-0CB3-423D-9E6D-0A45AC080C3C}" srcOrd="0" destOrd="0" parTransId="{356CB94D-C0EB-4026-89D6-A1B5ECF15854}" sibTransId="{7A7D2CC1-0CED-4203-BA9E-CAC41F77E23E}"/>
    <dgm:cxn modelId="{5ACC4FDA-4B31-47EE-8016-A263455C2690}" type="presOf" srcId="{806D5B98-2233-4877-9F1F-ED35D05BAE95}" destId="{942C0E61-5345-42A4-A327-DCACA9D09F1D}" srcOrd="0" destOrd="0" presId="urn:microsoft.com/office/officeart/2009/3/layout/HorizontalOrganizationChart"/>
    <dgm:cxn modelId="{17E464EE-B207-47CC-9863-DA25B9045A20}" type="presOf" srcId="{C4389B08-8A49-45FC-A4D7-E281B975A946}" destId="{25EF84E3-14C9-44D1-9AF2-734715087712}" srcOrd="0" destOrd="0" presId="urn:microsoft.com/office/officeart/2009/3/layout/HorizontalOrganizationChart"/>
    <dgm:cxn modelId="{B7265AF4-5C28-40E6-8298-34214B542732}" type="presOf" srcId="{806D5B98-2233-4877-9F1F-ED35D05BAE95}" destId="{90C8AEB8-F61E-4906-BB1A-BA384C1EBC9F}" srcOrd="1" destOrd="0" presId="urn:microsoft.com/office/officeart/2009/3/layout/HorizontalOrganizationChart"/>
    <dgm:cxn modelId="{B823DEFE-9C8E-4731-9D35-94ED4C1DEB3F}" type="presOf" srcId="{5B54F9EB-06C7-4D18-A3A8-742A5291C3FD}" destId="{895FED2B-D330-4CFC-A13F-768AE3788631}" srcOrd="0" destOrd="0" presId="urn:microsoft.com/office/officeart/2009/3/layout/HorizontalOrganizationChart"/>
    <dgm:cxn modelId="{B99868FF-2FC7-4EF2-B7D4-50D559997A08}" srcId="{806D5B98-2233-4877-9F1F-ED35D05BAE95}" destId="{11BDB084-5076-4F9B-A525-FB4DAF8BCC96}" srcOrd="2" destOrd="0" parTransId="{C4389B08-8A49-45FC-A4D7-E281B975A946}" sibTransId="{5BE0B6C5-4968-4087-A7F6-D6E9D5B01D44}"/>
    <dgm:cxn modelId="{9D2289BC-9019-4B21-BBFE-23D5FB81F5DE}" type="presParOf" srcId="{895FED2B-D330-4CFC-A13F-768AE3788631}" destId="{C6551C59-9B48-404E-ADBE-E7F87D50341F}" srcOrd="0" destOrd="0" presId="urn:microsoft.com/office/officeart/2009/3/layout/HorizontalOrganizationChart"/>
    <dgm:cxn modelId="{62D18184-B0F7-4208-B158-4D91FE0BD96C}" type="presParOf" srcId="{C6551C59-9B48-404E-ADBE-E7F87D50341F}" destId="{0EED1E67-F317-4356-8205-78FD65EA1E01}" srcOrd="0" destOrd="0" presId="urn:microsoft.com/office/officeart/2009/3/layout/HorizontalOrganizationChart"/>
    <dgm:cxn modelId="{AF4348F6-E1CE-49EA-B92C-BAFA8B7CE4DA}" type="presParOf" srcId="{0EED1E67-F317-4356-8205-78FD65EA1E01}" destId="{942C0E61-5345-42A4-A327-DCACA9D09F1D}" srcOrd="0" destOrd="0" presId="urn:microsoft.com/office/officeart/2009/3/layout/HorizontalOrganizationChart"/>
    <dgm:cxn modelId="{87D7B705-6B53-45B4-A6C2-F4961AEEE8D0}" type="presParOf" srcId="{0EED1E67-F317-4356-8205-78FD65EA1E01}" destId="{90C8AEB8-F61E-4906-BB1A-BA384C1EBC9F}" srcOrd="1" destOrd="0" presId="urn:microsoft.com/office/officeart/2009/3/layout/HorizontalOrganizationChart"/>
    <dgm:cxn modelId="{A48BB2F7-764A-4B75-A750-3049B38885FC}" type="presParOf" srcId="{C6551C59-9B48-404E-ADBE-E7F87D50341F}" destId="{C36D8150-5071-4CA6-BCF2-399837CD8F7B}" srcOrd="1" destOrd="0" presId="urn:microsoft.com/office/officeart/2009/3/layout/HorizontalOrganizationChart"/>
    <dgm:cxn modelId="{FD2229B0-6C61-46A2-9F0D-C810F2E87CB3}" type="presParOf" srcId="{C36D8150-5071-4CA6-BCF2-399837CD8F7B}" destId="{5A3B6262-2D1C-4C2E-9735-07B47162C135}" srcOrd="0" destOrd="0" presId="urn:microsoft.com/office/officeart/2009/3/layout/HorizontalOrganizationChart"/>
    <dgm:cxn modelId="{677D6352-C1BB-4F51-BFDF-73A20BA66B7B}" type="presParOf" srcId="{C36D8150-5071-4CA6-BCF2-399837CD8F7B}" destId="{AB7AB3A6-8D10-41C1-903B-D46A721E8C0A}" srcOrd="1" destOrd="0" presId="urn:microsoft.com/office/officeart/2009/3/layout/HorizontalOrganizationChart"/>
    <dgm:cxn modelId="{AA85752E-1EDE-4A4E-999D-CCBEE274268E}" type="presParOf" srcId="{AB7AB3A6-8D10-41C1-903B-D46A721E8C0A}" destId="{4E6DB593-A5BA-4D8E-A1E1-FC2511CF0978}" srcOrd="0" destOrd="0" presId="urn:microsoft.com/office/officeart/2009/3/layout/HorizontalOrganizationChart"/>
    <dgm:cxn modelId="{E9D1867C-E11C-40F5-82F8-9A07C70DDFE5}" type="presParOf" srcId="{4E6DB593-A5BA-4D8E-A1E1-FC2511CF0978}" destId="{1D2D837A-B034-4405-95CE-07AF6ABA1864}" srcOrd="0" destOrd="0" presId="urn:microsoft.com/office/officeart/2009/3/layout/HorizontalOrganizationChart"/>
    <dgm:cxn modelId="{8C632683-BD74-4876-84A4-B3CD344CAE3D}" type="presParOf" srcId="{4E6DB593-A5BA-4D8E-A1E1-FC2511CF0978}" destId="{B1F340BD-F1F4-42B8-B897-1DCE76E6F607}" srcOrd="1" destOrd="0" presId="urn:microsoft.com/office/officeart/2009/3/layout/HorizontalOrganizationChart"/>
    <dgm:cxn modelId="{E2EEFFB3-FE10-491E-88D1-2E2CB233BD42}" type="presParOf" srcId="{AB7AB3A6-8D10-41C1-903B-D46A721E8C0A}" destId="{622459B1-A8DC-43F1-AC57-CEC412ED91FC}" srcOrd="1" destOrd="0" presId="urn:microsoft.com/office/officeart/2009/3/layout/HorizontalOrganizationChart"/>
    <dgm:cxn modelId="{A59169A8-85B7-4833-9E40-F3C8A021D9F7}" type="presParOf" srcId="{AB7AB3A6-8D10-41C1-903B-D46A721E8C0A}" destId="{00A7FE38-B707-409D-9B55-854DB8F30993}" srcOrd="2" destOrd="0" presId="urn:microsoft.com/office/officeart/2009/3/layout/HorizontalOrganizationChart"/>
    <dgm:cxn modelId="{B300225D-9AC8-4333-A671-DCD3AF01B9ED}" type="presParOf" srcId="{C36D8150-5071-4CA6-BCF2-399837CD8F7B}" destId="{25EF84E3-14C9-44D1-9AF2-734715087712}" srcOrd="2" destOrd="0" presId="urn:microsoft.com/office/officeart/2009/3/layout/HorizontalOrganizationChart"/>
    <dgm:cxn modelId="{15263874-6A6B-4384-924A-C05024E72309}" type="presParOf" srcId="{C36D8150-5071-4CA6-BCF2-399837CD8F7B}" destId="{4426E314-7AB0-46D3-A484-D2215933BEE4}" srcOrd="3" destOrd="0" presId="urn:microsoft.com/office/officeart/2009/3/layout/HorizontalOrganizationChart"/>
    <dgm:cxn modelId="{C1209C49-C4B9-43E8-8710-EDD1C238ED17}" type="presParOf" srcId="{4426E314-7AB0-46D3-A484-D2215933BEE4}" destId="{A9708628-50FC-44BC-BB52-A2C8B3DD3254}" srcOrd="0" destOrd="0" presId="urn:microsoft.com/office/officeart/2009/3/layout/HorizontalOrganizationChart"/>
    <dgm:cxn modelId="{306F2C90-87E5-4622-B3CF-4E9DC007C894}" type="presParOf" srcId="{A9708628-50FC-44BC-BB52-A2C8B3DD3254}" destId="{CA67511E-82BD-43BD-9F9B-AD3445B3F5E5}" srcOrd="0" destOrd="0" presId="urn:microsoft.com/office/officeart/2009/3/layout/HorizontalOrganizationChart"/>
    <dgm:cxn modelId="{C767C1D6-D93F-4B32-8CF9-D3E4A82F6DE7}" type="presParOf" srcId="{A9708628-50FC-44BC-BB52-A2C8B3DD3254}" destId="{E5BF52A0-BD3C-4D2B-9F79-64B49B93DB8F}" srcOrd="1" destOrd="0" presId="urn:microsoft.com/office/officeart/2009/3/layout/HorizontalOrganizationChart"/>
    <dgm:cxn modelId="{A404080D-FBA3-4A19-A456-38C61C0F23B0}" type="presParOf" srcId="{4426E314-7AB0-46D3-A484-D2215933BEE4}" destId="{55EC72D6-5088-4DF8-B189-459F79D19E49}" srcOrd="1" destOrd="0" presId="urn:microsoft.com/office/officeart/2009/3/layout/HorizontalOrganizationChart"/>
    <dgm:cxn modelId="{BB75F1A6-E0BA-4F70-847B-E4650B17595A}" type="presParOf" srcId="{4426E314-7AB0-46D3-A484-D2215933BEE4}" destId="{9F351FC5-EB08-44FF-9A1C-89662960D12A}" srcOrd="2" destOrd="0" presId="urn:microsoft.com/office/officeart/2009/3/layout/HorizontalOrganizationChart"/>
    <dgm:cxn modelId="{DA3E710A-A27B-4DBC-B0A6-CA7035DEFF2E}" type="presParOf" srcId="{C36D8150-5071-4CA6-BCF2-399837CD8F7B}" destId="{F311C310-68BD-456E-92C0-57F381207D6A}" srcOrd="4" destOrd="0" presId="urn:microsoft.com/office/officeart/2009/3/layout/HorizontalOrganizationChart"/>
    <dgm:cxn modelId="{F106CA30-00D2-46E8-BDA2-DD648DA75230}" type="presParOf" srcId="{C36D8150-5071-4CA6-BCF2-399837CD8F7B}" destId="{97BC7C18-FB76-4136-9298-769B556A850F}" srcOrd="5" destOrd="0" presId="urn:microsoft.com/office/officeart/2009/3/layout/HorizontalOrganizationChart"/>
    <dgm:cxn modelId="{93683581-081B-4FBB-A196-037E89EB9180}" type="presParOf" srcId="{97BC7C18-FB76-4136-9298-769B556A850F}" destId="{8D917756-A4DA-48F2-A295-D95E6930EA3D}" srcOrd="0" destOrd="0" presId="urn:microsoft.com/office/officeart/2009/3/layout/HorizontalOrganizationChart"/>
    <dgm:cxn modelId="{A529AB57-AE8D-4DEC-8696-7BD22299FDE5}" type="presParOf" srcId="{8D917756-A4DA-48F2-A295-D95E6930EA3D}" destId="{867EE306-DF4D-46DD-A805-FF44248BA4CC}" srcOrd="0" destOrd="0" presId="urn:microsoft.com/office/officeart/2009/3/layout/HorizontalOrganizationChart"/>
    <dgm:cxn modelId="{6339CA9E-CAC1-4737-A3E5-C0A049174A65}" type="presParOf" srcId="{8D917756-A4DA-48F2-A295-D95E6930EA3D}" destId="{3BC7C1C3-50A8-4535-93DB-C7298842BC50}" srcOrd="1" destOrd="0" presId="urn:microsoft.com/office/officeart/2009/3/layout/HorizontalOrganizationChart"/>
    <dgm:cxn modelId="{BD37632A-9CAA-4487-B72D-F9AFBAFE5114}" type="presParOf" srcId="{97BC7C18-FB76-4136-9298-769B556A850F}" destId="{8407A8CC-E1AC-4786-9068-489F89AF61BF}" srcOrd="1" destOrd="0" presId="urn:microsoft.com/office/officeart/2009/3/layout/HorizontalOrganizationChart"/>
    <dgm:cxn modelId="{D1704B7C-C525-4957-9CD2-AF11AC638E33}" type="presParOf" srcId="{97BC7C18-FB76-4136-9298-769B556A850F}" destId="{2C169342-04EF-41C4-85B6-F1DAD1414377}" srcOrd="2" destOrd="0" presId="urn:microsoft.com/office/officeart/2009/3/layout/HorizontalOrganizationChart"/>
    <dgm:cxn modelId="{02AA2C2A-8970-40DB-906F-DBE6A85B0F42}" type="presParOf" srcId="{C6551C59-9B48-404E-ADBE-E7F87D50341F}" destId="{5BA22067-B553-412E-945B-2F814A3E9136}" srcOrd="2" destOrd="0" presId="urn:microsoft.com/office/officeart/2009/3/layout/HorizontalOrganizationChart"/>
    <dgm:cxn modelId="{A7BC4C56-E181-4298-8C51-5372B898F79F}" type="presParOf" srcId="{5BA22067-B553-412E-945B-2F814A3E9136}" destId="{AAB6557A-0264-4D62-BDEA-4648DD696E84}" srcOrd="0" destOrd="0" presId="urn:microsoft.com/office/officeart/2009/3/layout/HorizontalOrganizationChart"/>
    <dgm:cxn modelId="{2BBCF3ED-D6BE-4AE3-BD90-60EB12975EB3}" type="presParOf" srcId="{5BA22067-B553-412E-945B-2F814A3E9136}" destId="{D7DA9063-692D-4EE3-9EDF-58741D77BC77}" srcOrd="1" destOrd="0" presId="urn:microsoft.com/office/officeart/2009/3/layout/HorizontalOrganizationChart"/>
    <dgm:cxn modelId="{37D88A98-D042-4580-8F71-747B85B6E115}" type="presParOf" srcId="{D7DA9063-692D-4EE3-9EDF-58741D77BC77}" destId="{77159593-54B4-4269-AE6A-897057CB75F7}" srcOrd="0" destOrd="0" presId="urn:microsoft.com/office/officeart/2009/3/layout/HorizontalOrganizationChart"/>
    <dgm:cxn modelId="{67DCAB5B-6874-49BD-AD23-2798883A11C3}" type="presParOf" srcId="{77159593-54B4-4269-AE6A-897057CB75F7}" destId="{FFE0D01E-7019-4146-873B-CE5AB006C92F}" srcOrd="0" destOrd="0" presId="urn:microsoft.com/office/officeart/2009/3/layout/HorizontalOrganizationChart"/>
    <dgm:cxn modelId="{CAEFE736-1CDB-4A97-8556-C959425E2776}" type="presParOf" srcId="{77159593-54B4-4269-AE6A-897057CB75F7}" destId="{4A9C88FE-E6C8-404A-ADE6-074002591550}" srcOrd="1" destOrd="0" presId="urn:microsoft.com/office/officeart/2009/3/layout/HorizontalOrganizationChart"/>
    <dgm:cxn modelId="{5F993553-2C8C-46C8-A4A2-5FDED0FA8269}" type="presParOf" srcId="{D7DA9063-692D-4EE3-9EDF-58741D77BC77}" destId="{B584EE9D-8C01-4BD8-B017-FC63114D5380}" srcOrd="1" destOrd="0" presId="urn:microsoft.com/office/officeart/2009/3/layout/HorizontalOrganizationChart"/>
    <dgm:cxn modelId="{710434B1-47D0-4930-9FBE-48A3FBA6B134}" type="presParOf" srcId="{D7DA9063-692D-4EE3-9EDF-58741D77BC77}" destId="{EEF65C91-BED1-499A-B0EA-6533DF72D69A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6557A-0264-4D62-BDEA-4648DD696E84}">
      <dsp:nvSpPr>
        <dsp:cNvPr id="0" name=""/>
        <dsp:cNvSpPr/>
      </dsp:nvSpPr>
      <dsp:spPr>
        <a:xfrm>
          <a:off x="2388691" y="2560040"/>
          <a:ext cx="1644494" cy="149293"/>
        </a:xfrm>
        <a:custGeom>
          <a:avLst/>
          <a:gdLst/>
          <a:ahLst/>
          <a:cxnLst/>
          <a:rect l="0" t="0" r="0" b="0"/>
          <a:pathLst>
            <a:path>
              <a:moveTo>
                <a:pt x="0" y="149293"/>
              </a:moveTo>
              <a:lnTo>
                <a:pt x="1644494" y="149293"/>
              </a:lnTo>
              <a:lnTo>
                <a:pt x="1644494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11C310-68BD-456E-92C0-57F381207D6A}">
      <dsp:nvSpPr>
        <dsp:cNvPr id="0" name=""/>
        <dsp:cNvSpPr/>
      </dsp:nvSpPr>
      <dsp:spPr>
        <a:xfrm>
          <a:off x="2388691" y="2709333"/>
          <a:ext cx="3316578" cy="10271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77709" y="0"/>
              </a:lnTo>
              <a:lnTo>
                <a:pt x="3077709" y="1027137"/>
              </a:lnTo>
              <a:lnTo>
                <a:pt x="3316578" y="102713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EF84E3-14C9-44D1-9AF2-734715087712}">
      <dsp:nvSpPr>
        <dsp:cNvPr id="0" name=""/>
        <dsp:cNvSpPr/>
      </dsp:nvSpPr>
      <dsp:spPr>
        <a:xfrm>
          <a:off x="2388691" y="2663613"/>
          <a:ext cx="33165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16578" y="4572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3B6262-2D1C-4C2E-9735-07B47162C135}">
      <dsp:nvSpPr>
        <dsp:cNvPr id="0" name=""/>
        <dsp:cNvSpPr/>
      </dsp:nvSpPr>
      <dsp:spPr>
        <a:xfrm>
          <a:off x="2388691" y="1682196"/>
          <a:ext cx="3316578" cy="1027137"/>
        </a:xfrm>
        <a:custGeom>
          <a:avLst/>
          <a:gdLst/>
          <a:ahLst/>
          <a:cxnLst/>
          <a:rect l="0" t="0" r="0" b="0"/>
          <a:pathLst>
            <a:path>
              <a:moveTo>
                <a:pt x="0" y="1027137"/>
              </a:moveTo>
              <a:lnTo>
                <a:pt x="3077709" y="1027137"/>
              </a:lnTo>
              <a:lnTo>
                <a:pt x="3077709" y="0"/>
              </a:lnTo>
              <a:lnTo>
                <a:pt x="3316578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2C0E61-5345-42A4-A327-DCACA9D09F1D}">
      <dsp:nvSpPr>
        <dsp:cNvPr id="0" name=""/>
        <dsp:cNvSpPr/>
      </dsp:nvSpPr>
      <dsp:spPr>
        <a:xfrm>
          <a:off x="0" y="2345058"/>
          <a:ext cx="2388691" cy="7285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Arial Black" panose="020B0A04020102020204" pitchFamily="34" charset="0"/>
            </a:rPr>
            <a:t>Meet The Team</a:t>
          </a:r>
        </a:p>
      </dsp:txBody>
      <dsp:txXfrm>
        <a:off x="0" y="2345058"/>
        <a:ext cx="2388691" cy="728550"/>
      </dsp:txXfrm>
    </dsp:sp>
    <dsp:sp modelId="{1D2D837A-B034-4405-95CE-07AF6ABA1864}">
      <dsp:nvSpPr>
        <dsp:cNvPr id="0" name=""/>
        <dsp:cNvSpPr/>
      </dsp:nvSpPr>
      <dsp:spPr>
        <a:xfrm>
          <a:off x="5705269" y="1317920"/>
          <a:ext cx="2388691" cy="7285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Arial Black" panose="020B0A04020102020204" pitchFamily="34" charset="0"/>
            </a:rPr>
            <a:t>Brian Webb, Bookings</a:t>
          </a:r>
        </a:p>
      </dsp:txBody>
      <dsp:txXfrm>
        <a:off x="5705269" y="1317920"/>
        <a:ext cx="2388691" cy="728550"/>
      </dsp:txXfrm>
    </dsp:sp>
    <dsp:sp modelId="{CA67511E-82BD-43BD-9F9B-AD3445B3F5E5}">
      <dsp:nvSpPr>
        <dsp:cNvPr id="0" name=""/>
        <dsp:cNvSpPr/>
      </dsp:nvSpPr>
      <dsp:spPr>
        <a:xfrm>
          <a:off x="5705269" y="2345058"/>
          <a:ext cx="2388691" cy="7285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Arial Black" panose="020B0A04020102020204" pitchFamily="34" charset="0"/>
            </a:rPr>
            <a:t>Janine </a:t>
          </a:r>
          <a:r>
            <a:rPr lang="en-US" sz="1900" b="1" kern="1200" dirty="0" err="1">
              <a:latin typeface="Arial Black" panose="020B0A04020102020204" pitchFamily="34" charset="0"/>
            </a:rPr>
            <a:t>Newton,Publicity</a:t>
          </a:r>
          <a:endParaRPr lang="en-US" sz="1900" b="1" kern="1200" dirty="0">
            <a:latin typeface="Arial Black" panose="020B0A04020102020204" pitchFamily="34" charset="0"/>
          </a:endParaRPr>
        </a:p>
      </dsp:txBody>
      <dsp:txXfrm>
        <a:off x="5705269" y="2345058"/>
        <a:ext cx="2388691" cy="728550"/>
      </dsp:txXfrm>
    </dsp:sp>
    <dsp:sp modelId="{867EE306-DF4D-46DD-A805-FF44248BA4CC}">
      <dsp:nvSpPr>
        <dsp:cNvPr id="0" name=""/>
        <dsp:cNvSpPr/>
      </dsp:nvSpPr>
      <dsp:spPr>
        <a:xfrm>
          <a:off x="5705269" y="3372195"/>
          <a:ext cx="2388691" cy="7285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Arial Black" panose="020B0A04020102020204" pitchFamily="34" charset="0"/>
            </a:rPr>
            <a:t>Gregg Brown, Accounts</a:t>
          </a:r>
        </a:p>
      </dsp:txBody>
      <dsp:txXfrm>
        <a:off x="5705269" y="3372195"/>
        <a:ext cx="2388691" cy="728550"/>
      </dsp:txXfrm>
    </dsp:sp>
    <dsp:sp modelId="{FFE0D01E-7019-4146-873B-CE5AB006C92F}">
      <dsp:nvSpPr>
        <dsp:cNvPr id="0" name=""/>
        <dsp:cNvSpPr/>
      </dsp:nvSpPr>
      <dsp:spPr>
        <a:xfrm>
          <a:off x="2838840" y="1831489"/>
          <a:ext cx="2388691" cy="7285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>
              <a:latin typeface="Arial Black" panose="020B0A04020102020204" pitchFamily="34" charset="0"/>
            </a:rPr>
            <a:t>Maggie Peet, Manager</a:t>
          </a:r>
        </a:p>
      </dsp:txBody>
      <dsp:txXfrm>
        <a:off x="2838840" y="1831489"/>
        <a:ext cx="2388691" cy="728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82682-1968-49F7-9429-FB6F9FB6197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FD468-C74C-41C7-B616-73DE1DF20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27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806D-EB77-43DB-9214-9E697439F6E8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93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4734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BF1E-2BF3-48FA-8FDE-C7072B06CE89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1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98031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833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054A3-2E7E-435F-AA8C-A593BEA27715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1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9693-FB03-47C9-BC88-CC7812D26540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06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1172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3B97-186A-4769-A8B6-E457C97BECEC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29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47491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46040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0608073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37313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1155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05212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8535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75426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E228-301F-BB1D-A2D0-23A90C70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0C800-EC0C-7B3F-199C-7A1BA4D59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5F62C-5543-FDD9-3194-25C03884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5449-EB89-4084-8046-1C9BBBCFF510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142D4-8039-B303-633A-7B0340360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13BA2-4B3E-EA24-45FA-4919787C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8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BF92CF5-A0F9-4AB3-8099-9618D16E84DE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Apuot       Food Fair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DBC9B60-C40D-46C7-9C4A-7BE38441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3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lifeomic/fast-for-health-pay-it-forward-with-life-fasting-tracker-app-gleaners-food-bank-940f8b4f764b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hyperlink" Target="https://creativecommons.org/licenses/by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180DE8-12C6-6704-2A5C-C20829658A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Annual </a:t>
            </a:r>
            <a:r>
              <a:rPr 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Food Fair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49EAE86-0C7F-FF99-2DC4-BE2DA4224A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 Celebration of Eating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DA024D8-D7E8-0113-C218-BF5DCC9B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2D3312-A1AE-8E1C-C367-E8852CE4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1</a:t>
            </a:fld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EC74A6C-A2C6-2EBD-FF2D-B20CCC30954E}"/>
              </a:ext>
            </a:extLst>
          </p:cNvPr>
          <p:cNvSpPr/>
          <p:nvPr/>
        </p:nvSpPr>
        <p:spPr>
          <a:xfrm>
            <a:off x="11657744" y="6282058"/>
            <a:ext cx="534256" cy="51370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694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5D6B55-BAD8-B0F1-36CC-E96FF9E57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800" dirty="0"/>
              <a:t>The Menu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DE05B6-373F-22AF-E8DB-70F64D32B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Chocolates Desserts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Cakes and Puddings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Roast Meals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Using Pasta Creativity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EAA06-8D90-2489-FD27-D36100DE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18C21-DE9B-83B5-372A-2B670AA0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1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9A79A-F284-8875-CE73-FEC88F68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  Food Fair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7EC6D-EC79-0677-0A69-13CCBD96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C9B60-C40D-46C7-9C4A-7BE384417C40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A1F4406-A05D-4DA5-6181-E94C59CBBD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59738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EA0B8C0-C598-01D4-276E-3F47F6A7FC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0" y="4144336"/>
            <a:ext cx="4429551" cy="24742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293449-3651-B7D3-2B24-26CE487FEED1}"/>
              </a:ext>
            </a:extLst>
          </p:cNvPr>
          <p:cNvSpPr txBox="1"/>
          <p:nvPr/>
        </p:nvSpPr>
        <p:spPr>
          <a:xfrm>
            <a:off x="0" y="6618606"/>
            <a:ext cx="4429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8" tooltip="https://medium.com/lifeomic/fast-for-health-pay-it-forward-with-life-fasting-tracker-app-gleaners-food-bank-940f8b4f764b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9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93001853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42</TotalTime>
  <Words>60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Tw Cen MT</vt:lpstr>
      <vt:lpstr>Droplet</vt:lpstr>
      <vt:lpstr>Annual Food Fair</vt:lpstr>
      <vt:lpstr>The Menu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Apuot Awariak</dc:creator>
  <cp:lastModifiedBy>Apuot Awariak</cp:lastModifiedBy>
  <cp:revision>2</cp:revision>
  <dcterms:created xsi:type="dcterms:W3CDTF">2026-03-21T22:29:22Z</dcterms:created>
  <dcterms:modified xsi:type="dcterms:W3CDTF">2026-03-22T19:12:42Z</dcterms:modified>
</cp:coreProperties>
</file>